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83" r:id="rId2"/>
    <p:sldId id="260" r:id="rId3"/>
    <p:sldId id="284" r:id="rId4"/>
    <p:sldId id="303" r:id="rId5"/>
    <p:sldId id="334" r:id="rId6"/>
    <p:sldId id="341" r:id="rId7"/>
    <p:sldId id="328" r:id="rId8"/>
    <p:sldId id="312" r:id="rId9"/>
    <p:sldId id="335" r:id="rId10"/>
    <p:sldId id="297" r:id="rId11"/>
    <p:sldId id="267" r:id="rId12"/>
    <p:sldId id="336" r:id="rId13"/>
    <p:sldId id="292" r:id="rId14"/>
    <p:sldId id="305" r:id="rId15"/>
    <p:sldId id="902" r:id="rId16"/>
    <p:sldId id="339" r:id="rId17"/>
    <p:sldId id="258" r:id="rId18"/>
    <p:sldId id="337" r:id="rId19"/>
    <p:sldId id="307" r:id="rId20"/>
    <p:sldId id="306" r:id="rId21"/>
    <p:sldId id="338" r:id="rId22"/>
    <p:sldId id="319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pos="3840">
          <p15:clr>
            <a:srgbClr val="A4A3A4"/>
          </p15:clr>
        </p15:guide>
        <p15:guide id="3" pos="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2A3D52"/>
    <a:srgbClr val="FFFFFF"/>
    <a:srgbClr val="224A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78111" autoAdjust="0"/>
  </p:normalViewPr>
  <p:slideViewPr>
    <p:cSldViewPr snapToGrid="0" showGuides="1">
      <p:cViewPr varScale="1">
        <p:scale>
          <a:sx n="93" d="100"/>
          <a:sy n="93" d="100"/>
        </p:scale>
        <p:origin x="72" y="123"/>
      </p:cViewPr>
      <p:guideLst>
        <p:guide orient="horz" pos="2115"/>
        <p:guide pos="3840"/>
        <p:guide pos="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191599999999999"/>
          <c:y val="4.9287400000000002E-2"/>
          <c:w val="0.85308399999999995"/>
          <c:h val="0.753680000000000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6">
                <a:hueOff val="-2214564"/>
                <a:satOff val="-18454"/>
                <a:lumOff val="-82929"/>
              </a:schemeClr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25000</c:v>
                </c:pt>
                <c:pt idx="2">
                  <c:v>130000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EE-4B45-BB89-D8A303A620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cost</c:v>
                </c:pt>
              </c:strCache>
            </c:strRef>
          </c:tx>
          <c:spPr>
            <a:solidFill>
              <a:schemeClr val="accent4">
                <a:hueOff val="150000"/>
                <a:lumOff val="-6469"/>
              </a:schemeClr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4000</c:v>
                </c:pt>
                <c:pt idx="1">
                  <c:v>12000</c:v>
                </c:pt>
                <c:pt idx="2">
                  <c:v>45000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EE-4B45-BB89-D8A303A620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-20"/>
        <c:axId val="135330048"/>
        <c:axId val="135593984"/>
      </c:barChart>
      <c:catAx>
        <c:axId val="13533004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 cmpd="sng" algn="ctr">
            <a:solidFill>
              <a:srgbClr val="A6AAA9"/>
            </a:solidFill>
            <a:prstDash val="solid"/>
            <a:miter lim="400000"/>
          </a:ln>
        </c:spPr>
        <c:txPr>
          <a:bodyPr rot="-27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5593984"/>
        <c:crosses val="autoZero"/>
        <c:auto val="1"/>
        <c:lblAlgn val="ctr"/>
        <c:lblOffset val="100"/>
        <c:noMultiLvlLbl val="1"/>
      </c:catAx>
      <c:valAx>
        <c:axId val="135593984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DCDEE0"/>
              </a:solidFill>
              <a:prstDash val="solid"/>
              <a:miter lim="400000"/>
            </a:ln>
          </c:spPr>
        </c:majorGridlines>
        <c:numFmt formatCode="#,##0" sourceLinked="0"/>
        <c:majorTickMark val="none"/>
        <c:minorTickMark val="none"/>
        <c:tickLblPos val="nextTo"/>
        <c:spPr>
          <a:ln w="12700" cap="flat" cmpd="sng" algn="ctr">
            <a:noFill/>
            <a:prstDash val="solid"/>
            <a:miter lim="400000"/>
          </a:ln>
        </c:spPr>
        <c:txPr>
          <a:bodyPr rot="-27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5330048"/>
        <c:crosses val="autoZero"/>
        <c:crossBetween val="between"/>
        <c:majorUnit val="50"/>
        <c:minorUnit val="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 lang="zh-CN" sz="1000">
          <a:solidFill>
            <a:schemeClr val="tx1">
              <a:lumMod val="75000"/>
              <a:lumOff val="25000"/>
            </a:schemeClr>
          </a:solidFill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A13BF-A687-4192-9E43-2EA3ACDD183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71D1D-AAD7-465C-A57D-6CFA9C9999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582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https://unsplash.com/photos/OJ74pFtrYi0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https://unsplash.com/photos/Av_NirIguEc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https://unsplash.com/photos/S4W4qSsFdZU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267D3A-53C5-436C-98E7-077C76BAA4B2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1A2D1-3CE5-3E49-B561-D98940B9A455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71D1D-AAD7-465C-A57D-6CFA9C99994C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BF97-F882-401B-9234-4D163AB314F2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128F-1026-4A53-AB9A-EE40316ABC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原创作品：Apophysis分形练习  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81000" y="-381000"/>
            <a:ext cx="6858000" cy="7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www.websitename.com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www.websitename.com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www.websitename.com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028699" y="701675"/>
            <a:ext cx="4149725" cy="5470525"/>
          </a:xfrm>
          <a:prstGeom prst="roundRect">
            <a:avLst>
              <a:gd name="adj" fmla="val 1217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3242129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200" baseline="0"/>
            </a:lvl1pPr>
          </a:lstStyle>
          <a:p>
            <a:r>
              <a:rPr lang="en-US"/>
              <a:t>Drag &amp; Drop images</a:t>
            </a:r>
            <a:endParaRPr 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8949871" y="0"/>
            <a:ext cx="3242129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200" baseline="0"/>
            </a:lvl1pPr>
          </a:lstStyle>
          <a:p>
            <a:r>
              <a:rPr lang="en-US"/>
              <a:t>Drag &amp; Drop images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4651828"/>
            <a:ext cx="12191999" cy="2206171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200" baseline="0"/>
            </a:lvl1pPr>
          </a:lstStyle>
          <a:p>
            <a:r>
              <a:rPr lang="en-US" dirty="0"/>
              <a:t>Drag &amp; Drop images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0"/>
          </p:nvPr>
        </p:nvSpPr>
        <p:spPr>
          <a:xfrm>
            <a:off x="1183336" y="1226108"/>
            <a:ext cx="1736372" cy="1498508"/>
          </a:xfrm>
          <a:custGeom>
            <a:avLst/>
            <a:gdLst>
              <a:gd name="connsiteX0" fmla="*/ 0 w 1736372"/>
              <a:gd name="connsiteY0" fmla="*/ 0 h 1498508"/>
              <a:gd name="connsiteX1" fmla="*/ 1736372 w 1736372"/>
              <a:gd name="connsiteY1" fmla="*/ 0 h 1498508"/>
              <a:gd name="connsiteX2" fmla="*/ 1736372 w 1736372"/>
              <a:gd name="connsiteY2" fmla="*/ 1498508 h 1498508"/>
              <a:gd name="connsiteX3" fmla="*/ 0 w 1736372"/>
              <a:gd name="connsiteY3" fmla="*/ 1498508 h 149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6372" h="1498508">
                <a:moveTo>
                  <a:pt x="0" y="0"/>
                </a:moveTo>
                <a:lnTo>
                  <a:pt x="1736372" y="0"/>
                </a:lnTo>
                <a:lnTo>
                  <a:pt x="1736372" y="1498508"/>
                </a:lnTo>
                <a:lnTo>
                  <a:pt x="0" y="149850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1"/>
          </p:nvPr>
        </p:nvSpPr>
        <p:spPr>
          <a:xfrm>
            <a:off x="1183336" y="2880034"/>
            <a:ext cx="1736077" cy="1498291"/>
          </a:xfrm>
          <a:custGeom>
            <a:avLst/>
            <a:gdLst>
              <a:gd name="connsiteX0" fmla="*/ 0 w 1736077"/>
              <a:gd name="connsiteY0" fmla="*/ 0 h 1498291"/>
              <a:gd name="connsiteX1" fmla="*/ 1736077 w 1736077"/>
              <a:gd name="connsiteY1" fmla="*/ 0 h 1498291"/>
              <a:gd name="connsiteX2" fmla="*/ 1736077 w 1736077"/>
              <a:gd name="connsiteY2" fmla="*/ 1498291 h 1498291"/>
              <a:gd name="connsiteX3" fmla="*/ 0 w 1736077"/>
              <a:gd name="connsiteY3" fmla="*/ 1498291 h 1498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6077" h="1498291">
                <a:moveTo>
                  <a:pt x="0" y="0"/>
                </a:moveTo>
                <a:lnTo>
                  <a:pt x="1736077" y="0"/>
                </a:lnTo>
                <a:lnTo>
                  <a:pt x="1736077" y="1498291"/>
                </a:lnTo>
                <a:lnTo>
                  <a:pt x="0" y="1498291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2"/>
          </p:nvPr>
        </p:nvSpPr>
        <p:spPr>
          <a:xfrm>
            <a:off x="1183336" y="4552669"/>
            <a:ext cx="1736077" cy="1498508"/>
          </a:xfrm>
          <a:custGeom>
            <a:avLst/>
            <a:gdLst>
              <a:gd name="connsiteX0" fmla="*/ 0 w 1736077"/>
              <a:gd name="connsiteY0" fmla="*/ 0 h 1498508"/>
              <a:gd name="connsiteX1" fmla="*/ 1736077 w 1736077"/>
              <a:gd name="connsiteY1" fmla="*/ 0 h 1498508"/>
              <a:gd name="connsiteX2" fmla="*/ 1736077 w 1736077"/>
              <a:gd name="connsiteY2" fmla="*/ 1498508 h 1498508"/>
              <a:gd name="connsiteX3" fmla="*/ 0 w 1736077"/>
              <a:gd name="connsiteY3" fmla="*/ 1498508 h 149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6077" h="1498508">
                <a:moveTo>
                  <a:pt x="0" y="0"/>
                </a:moveTo>
                <a:lnTo>
                  <a:pt x="1736077" y="0"/>
                </a:lnTo>
                <a:lnTo>
                  <a:pt x="1736077" y="1498508"/>
                </a:lnTo>
                <a:lnTo>
                  <a:pt x="0" y="149850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3"/>
          </p:nvPr>
        </p:nvSpPr>
        <p:spPr>
          <a:xfrm>
            <a:off x="3154995" y="1226673"/>
            <a:ext cx="1736372" cy="1497943"/>
          </a:xfrm>
          <a:custGeom>
            <a:avLst/>
            <a:gdLst>
              <a:gd name="connsiteX0" fmla="*/ 0 w 1736372"/>
              <a:gd name="connsiteY0" fmla="*/ 0 h 1497943"/>
              <a:gd name="connsiteX1" fmla="*/ 1736372 w 1736372"/>
              <a:gd name="connsiteY1" fmla="*/ 0 h 1497943"/>
              <a:gd name="connsiteX2" fmla="*/ 1736372 w 1736372"/>
              <a:gd name="connsiteY2" fmla="*/ 1497943 h 1497943"/>
              <a:gd name="connsiteX3" fmla="*/ 0 w 1736372"/>
              <a:gd name="connsiteY3" fmla="*/ 1497943 h 1497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6372" h="1497943">
                <a:moveTo>
                  <a:pt x="0" y="0"/>
                </a:moveTo>
                <a:lnTo>
                  <a:pt x="1736372" y="0"/>
                </a:lnTo>
                <a:lnTo>
                  <a:pt x="1736372" y="1497943"/>
                </a:lnTo>
                <a:lnTo>
                  <a:pt x="0" y="1497943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14"/>
          </p:nvPr>
        </p:nvSpPr>
        <p:spPr>
          <a:xfrm>
            <a:off x="3155671" y="2933792"/>
            <a:ext cx="1735696" cy="1498508"/>
          </a:xfrm>
          <a:custGeom>
            <a:avLst/>
            <a:gdLst>
              <a:gd name="connsiteX0" fmla="*/ 0 w 1735696"/>
              <a:gd name="connsiteY0" fmla="*/ 0 h 1498508"/>
              <a:gd name="connsiteX1" fmla="*/ 1735696 w 1735696"/>
              <a:gd name="connsiteY1" fmla="*/ 0 h 1498508"/>
              <a:gd name="connsiteX2" fmla="*/ 1735696 w 1735696"/>
              <a:gd name="connsiteY2" fmla="*/ 1498508 h 1498508"/>
              <a:gd name="connsiteX3" fmla="*/ 0 w 1735696"/>
              <a:gd name="connsiteY3" fmla="*/ 1498508 h 149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5696" h="1498508">
                <a:moveTo>
                  <a:pt x="0" y="0"/>
                </a:moveTo>
                <a:lnTo>
                  <a:pt x="1735696" y="0"/>
                </a:lnTo>
                <a:lnTo>
                  <a:pt x="1735696" y="1498508"/>
                </a:lnTo>
                <a:lnTo>
                  <a:pt x="0" y="149850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33" name="Picture Placeholder 32"/>
          <p:cNvSpPr>
            <a:spLocks noGrp="1"/>
          </p:cNvSpPr>
          <p:nvPr>
            <p:ph type="pic" sz="quarter" idx="15"/>
          </p:nvPr>
        </p:nvSpPr>
        <p:spPr>
          <a:xfrm>
            <a:off x="3155494" y="4571299"/>
            <a:ext cx="1735873" cy="1498508"/>
          </a:xfrm>
          <a:custGeom>
            <a:avLst/>
            <a:gdLst>
              <a:gd name="connsiteX0" fmla="*/ 0 w 1735873"/>
              <a:gd name="connsiteY0" fmla="*/ 0 h 1498508"/>
              <a:gd name="connsiteX1" fmla="*/ 1735873 w 1735873"/>
              <a:gd name="connsiteY1" fmla="*/ 0 h 1498508"/>
              <a:gd name="connsiteX2" fmla="*/ 1735873 w 1735873"/>
              <a:gd name="connsiteY2" fmla="*/ 1498508 h 1498508"/>
              <a:gd name="connsiteX3" fmla="*/ 0 w 1735873"/>
              <a:gd name="connsiteY3" fmla="*/ 1498508 h 149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5873" h="1498508">
                <a:moveTo>
                  <a:pt x="0" y="0"/>
                </a:moveTo>
                <a:lnTo>
                  <a:pt x="1735873" y="0"/>
                </a:lnTo>
                <a:lnTo>
                  <a:pt x="1735873" y="1498508"/>
                </a:lnTo>
                <a:lnTo>
                  <a:pt x="0" y="149850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6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58506" y="1887002"/>
            <a:ext cx="6641557" cy="389952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" name="Shape 606"/>
          <p:cNvSpPr>
            <a:spLocks noGrp="1"/>
          </p:cNvSpPr>
          <p:nvPr>
            <p:ph type="pic" sz="quarter" idx="13"/>
          </p:nvPr>
        </p:nvSpPr>
        <p:spPr>
          <a:xfrm>
            <a:off x="5666128" y="2131266"/>
            <a:ext cx="5026767" cy="3163954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8" name="Shape 607"/>
          <p:cNvSpPr/>
          <p:nvPr userDrawn="1"/>
        </p:nvSpPr>
        <p:spPr>
          <a:xfrm>
            <a:off x="7849085" y="5426678"/>
            <a:ext cx="660401" cy="138911"/>
          </a:xfrm>
          <a:prstGeom prst="rect">
            <a:avLst/>
          </a:prstGeom>
          <a:solidFill>
            <a:srgbClr val="1F1C1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/>
          <p:cNvSpPr>
            <a:spLocks noGrp="1" noEditPoints="1"/>
          </p:cNvSpPr>
          <p:nvPr>
            <p:ph type="pic" sz="quarter" idx="13"/>
          </p:nvPr>
        </p:nvSpPr>
        <p:spPr bwMode="auto">
          <a:xfrm>
            <a:off x="5734050" y="0"/>
            <a:ext cx="6457950" cy="6858000"/>
          </a:xfrm>
          <a:custGeom>
            <a:avLst/>
            <a:gdLst>
              <a:gd name="T0" fmla="*/ 6152 w 8397"/>
              <a:gd name="T1" fmla="*/ 6142 h 6162"/>
              <a:gd name="T2" fmla="*/ 6659 w 8397"/>
              <a:gd name="T3" fmla="*/ 6053 h 6162"/>
              <a:gd name="T4" fmla="*/ 7122 w 8397"/>
              <a:gd name="T5" fmla="*/ 5903 h 6162"/>
              <a:gd name="T6" fmla="*/ 7530 w 8397"/>
              <a:gd name="T7" fmla="*/ 5696 h 6162"/>
              <a:gd name="T8" fmla="*/ 7870 w 8397"/>
              <a:gd name="T9" fmla="*/ 5441 h 6162"/>
              <a:gd name="T10" fmla="*/ 8135 w 8397"/>
              <a:gd name="T11" fmla="*/ 5145 h 6162"/>
              <a:gd name="T12" fmla="*/ 8312 w 8397"/>
              <a:gd name="T13" fmla="*/ 4814 h 6162"/>
              <a:gd name="T14" fmla="*/ 8393 w 8397"/>
              <a:gd name="T15" fmla="*/ 4457 h 6162"/>
              <a:gd name="T16" fmla="*/ 8125 w 8397"/>
              <a:gd name="T17" fmla="*/ 8 h 6162"/>
              <a:gd name="T18" fmla="*/ 7609 w 8397"/>
              <a:gd name="T19" fmla="*/ 80 h 6162"/>
              <a:gd name="T20" fmla="*/ 7135 w 8397"/>
              <a:gd name="T21" fmla="*/ 217 h 6162"/>
              <a:gd name="T22" fmla="*/ 6711 w 8397"/>
              <a:gd name="T23" fmla="*/ 411 h 6162"/>
              <a:gd name="T24" fmla="*/ 6352 w 8397"/>
              <a:gd name="T25" fmla="*/ 654 h 6162"/>
              <a:gd name="T26" fmla="*/ 6067 w 8397"/>
              <a:gd name="T27" fmla="*/ 940 h 6162"/>
              <a:gd name="T28" fmla="*/ 5867 w 8397"/>
              <a:gd name="T29" fmla="*/ 1262 h 6162"/>
              <a:gd name="T30" fmla="*/ 5762 w 8397"/>
              <a:gd name="T31" fmla="*/ 1613 h 6162"/>
              <a:gd name="T32" fmla="*/ 0 w 8397"/>
              <a:gd name="T33" fmla="*/ 1529 h 6162"/>
              <a:gd name="T34" fmla="*/ 400 w 8397"/>
              <a:gd name="T35" fmla="*/ 6139 h 6162"/>
              <a:gd name="T36" fmla="*/ 901 w 8397"/>
              <a:gd name="T37" fmla="*/ 6049 h 6162"/>
              <a:gd name="T38" fmla="*/ 1359 w 8397"/>
              <a:gd name="T39" fmla="*/ 5896 h 6162"/>
              <a:gd name="T40" fmla="*/ 1761 w 8397"/>
              <a:gd name="T41" fmla="*/ 5689 h 6162"/>
              <a:gd name="T42" fmla="*/ 2099 w 8397"/>
              <a:gd name="T43" fmla="*/ 5435 h 6162"/>
              <a:gd name="T44" fmla="*/ 2362 w 8397"/>
              <a:gd name="T45" fmla="*/ 5139 h 6162"/>
              <a:gd name="T46" fmla="*/ 2537 w 8397"/>
              <a:gd name="T47" fmla="*/ 4811 h 6162"/>
              <a:gd name="T48" fmla="*/ 2616 w 8397"/>
              <a:gd name="T49" fmla="*/ 4457 h 6162"/>
              <a:gd name="T50" fmla="*/ 2373 w 8397"/>
              <a:gd name="T51" fmla="*/ 7 h 6162"/>
              <a:gd name="T52" fmla="*/ 1900 w 8397"/>
              <a:gd name="T53" fmla="*/ 67 h 6162"/>
              <a:gd name="T54" fmla="*/ 1462 w 8397"/>
              <a:gd name="T55" fmla="*/ 180 h 6162"/>
              <a:gd name="T56" fmla="*/ 1064 w 8397"/>
              <a:gd name="T57" fmla="*/ 342 h 6162"/>
              <a:gd name="T58" fmla="*/ 716 w 8397"/>
              <a:gd name="T59" fmla="*/ 548 h 6162"/>
              <a:gd name="T60" fmla="*/ 425 w 8397"/>
              <a:gd name="T61" fmla="*/ 791 h 6162"/>
              <a:gd name="T62" fmla="*/ 198 w 8397"/>
              <a:gd name="T63" fmla="*/ 1067 h 6162"/>
              <a:gd name="T64" fmla="*/ 47 w 8397"/>
              <a:gd name="T65" fmla="*/ 1368 h 6162"/>
              <a:gd name="T66" fmla="*/ 5508 w 8397"/>
              <a:gd name="T67" fmla="*/ 1797 h 6162"/>
              <a:gd name="T68" fmla="*/ 5454 w 8397"/>
              <a:gd name="T69" fmla="*/ 1435 h 6162"/>
              <a:gd name="T70" fmla="*/ 5299 w 8397"/>
              <a:gd name="T71" fmla="*/ 1097 h 6162"/>
              <a:gd name="T72" fmla="*/ 5056 w 8397"/>
              <a:gd name="T73" fmla="*/ 793 h 6162"/>
              <a:gd name="T74" fmla="*/ 4731 w 8397"/>
              <a:gd name="T75" fmla="*/ 526 h 6162"/>
              <a:gd name="T76" fmla="*/ 4340 w 8397"/>
              <a:gd name="T77" fmla="*/ 307 h 6162"/>
              <a:gd name="T78" fmla="*/ 3891 w 8397"/>
              <a:gd name="T79" fmla="*/ 141 h 6162"/>
              <a:gd name="T80" fmla="*/ 3393 w 8397"/>
              <a:gd name="T81" fmla="*/ 36 h 6162"/>
              <a:gd name="T82" fmla="*/ 2859 w 8397"/>
              <a:gd name="T83" fmla="*/ 0 h 6162"/>
              <a:gd name="T84" fmla="*/ 2890 w 8397"/>
              <a:gd name="T85" fmla="*/ 4639 h 6162"/>
              <a:gd name="T86" fmla="*/ 3020 w 8397"/>
              <a:gd name="T87" fmla="*/ 4983 h 6162"/>
              <a:gd name="T88" fmla="*/ 3244 w 8397"/>
              <a:gd name="T89" fmla="*/ 5297 h 6162"/>
              <a:gd name="T90" fmla="*/ 3546 w 8397"/>
              <a:gd name="T91" fmla="*/ 5574 h 6162"/>
              <a:gd name="T92" fmla="*/ 3923 w 8397"/>
              <a:gd name="T93" fmla="*/ 5805 h 6162"/>
              <a:gd name="T94" fmla="*/ 4360 w 8397"/>
              <a:gd name="T95" fmla="*/ 5985 h 6162"/>
              <a:gd name="T96" fmla="*/ 4846 w 8397"/>
              <a:gd name="T97" fmla="*/ 6106 h 6162"/>
              <a:gd name="T98" fmla="*/ 5371 w 8397"/>
              <a:gd name="T99" fmla="*/ 6160 h 6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8397" h="6162">
                <a:moveTo>
                  <a:pt x="5748" y="6162"/>
                </a:moveTo>
                <a:lnTo>
                  <a:pt x="5885" y="6160"/>
                </a:lnTo>
                <a:lnTo>
                  <a:pt x="6019" y="6154"/>
                </a:lnTo>
                <a:lnTo>
                  <a:pt x="6152" y="6142"/>
                </a:lnTo>
                <a:lnTo>
                  <a:pt x="6282" y="6126"/>
                </a:lnTo>
                <a:lnTo>
                  <a:pt x="6410" y="6106"/>
                </a:lnTo>
                <a:lnTo>
                  <a:pt x="6536" y="6082"/>
                </a:lnTo>
                <a:lnTo>
                  <a:pt x="6659" y="6053"/>
                </a:lnTo>
                <a:lnTo>
                  <a:pt x="6779" y="6021"/>
                </a:lnTo>
                <a:lnTo>
                  <a:pt x="6897" y="5985"/>
                </a:lnTo>
                <a:lnTo>
                  <a:pt x="7010" y="5945"/>
                </a:lnTo>
                <a:lnTo>
                  <a:pt x="7122" y="5903"/>
                </a:lnTo>
                <a:lnTo>
                  <a:pt x="7228" y="5855"/>
                </a:lnTo>
                <a:lnTo>
                  <a:pt x="7333" y="5805"/>
                </a:lnTo>
                <a:lnTo>
                  <a:pt x="7432" y="5751"/>
                </a:lnTo>
                <a:lnTo>
                  <a:pt x="7530" y="5696"/>
                </a:lnTo>
                <a:lnTo>
                  <a:pt x="7621" y="5636"/>
                </a:lnTo>
                <a:lnTo>
                  <a:pt x="7708" y="5574"/>
                </a:lnTo>
                <a:lnTo>
                  <a:pt x="7791" y="5508"/>
                </a:lnTo>
                <a:lnTo>
                  <a:pt x="7870" y="5441"/>
                </a:lnTo>
                <a:lnTo>
                  <a:pt x="7944" y="5369"/>
                </a:lnTo>
                <a:lnTo>
                  <a:pt x="8013" y="5297"/>
                </a:lnTo>
                <a:lnTo>
                  <a:pt x="8076" y="5222"/>
                </a:lnTo>
                <a:lnTo>
                  <a:pt x="8135" y="5145"/>
                </a:lnTo>
                <a:lnTo>
                  <a:pt x="8188" y="5065"/>
                </a:lnTo>
                <a:lnTo>
                  <a:pt x="8236" y="4983"/>
                </a:lnTo>
                <a:lnTo>
                  <a:pt x="8278" y="4900"/>
                </a:lnTo>
                <a:lnTo>
                  <a:pt x="8312" y="4814"/>
                </a:lnTo>
                <a:lnTo>
                  <a:pt x="8343" y="4727"/>
                </a:lnTo>
                <a:lnTo>
                  <a:pt x="8366" y="4639"/>
                </a:lnTo>
                <a:lnTo>
                  <a:pt x="8382" y="4549"/>
                </a:lnTo>
                <a:lnTo>
                  <a:pt x="8393" y="4457"/>
                </a:lnTo>
                <a:lnTo>
                  <a:pt x="8397" y="4365"/>
                </a:lnTo>
                <a:lnTo>
                  <a:pt x="8397" y="0"/>
                </a:lnTo>
                <a:lnTo>
                  <a:pt x="8260" y="2"/>
                </a:lnTo>
                <a:lnTo>
                  <a:pt x="8125" y="8"/>
                </a:lnTo>
                <a:lnTo>
                  <a:pt x="7993" y="20"/>
                </a:lnTo>
                <a:lnTo>
                  <a:pt x="7863" y="36"/>
                </a:lnTo>
                <a:lnTo>
                  <a:pt x="7735" y="56"/>
                </a:lnTo>
                <a:lnTo>
                  <a:pt x="7609" y="80"/>
                </a:lnTo>
                <a:lnTo>
                  <a:pt x="7486" y="109"/>
                </a:lnTo>
                <a:lnTo>
                  <a:pt x="7365" y="141"/>
                </a:lnTo>
                <a:lnTo>
                  <a:pt x="7248" y="177"/>
                </a:lnTo>
                <a:lnTo>
                  <a:pt x="7135" y="217"/>
                </a:lnTo>
                <a:lnTo>
                  <a:pt x="7023" y="259"/>
                </a:lnTo>
                <a:lnTo>
                  <a:pt x="6916" y="307"/>
                </a:lnTo>
                <a:lnTo>
                  <a:pt x="6812" y="357"/>
                </a:lnTo>
                <a:lnTo>
                  <a:pt x="6711" y="411"/>
                </a:lnTo>
                <a:lnTo>
                  <a:pt x="6615" y="466"/>
                </a:lnTo>
                <a:lnTo>
                  <a:pt x="6523" y="526"/>
                </a:lnTo>
                <a:lnTo>
                  <a:pt x="6437" y="588"/>
                </a:lnTo>
                <a:lnTo>
                  <a:pt x="6352" y="654"/>
                </a:lnTo>
                <a:lnTo>
                  <a:pt x="6275" y="721"/>
                </a:lnTo>
                <a:lnTo>
                  <a:pt x="6201" y="793"/>
                </a:lnTo>
                <a:lnTo>
                  <a:pt x="6132" y="865"/>
                </a:lnTo>
                <a:lnTo>
                  <a:pt x="6067" y="940"/>
                </a:lnTo>
                <a:lnTo>
                  <a:pt x="6009" y="1018"/>
                </a:lnTo>
                <a:lnTo>
                  <a:pt x="5955" y="1097"/>
                </a:lnTo>
                <a:lnTo>
                  <a:pt x="5909" y="1179"/>
                </a:lnTo>
                <a:lnTo>
                  <a:pt x="5867" y="1262"/>
                </a:lnTo>
                <a:lnTo>
                  <a:pt x="5831" y="1348"/>
                </a:lnTo>
                <a:lnTo>
                  <a:pt x="5802" y="1435"/>
                </a:lnTo>
                <a:lnTo>
                  <a:pt x="5779" y="1523"/>
                </a:lnTo>
                <a:lnTo>
                  <a:pt x="5762" y="1613"/>
                </a:lnTo>
                <a:lnTo>
                  <a:pt x="5752" y="1705"/>
                </a:lnTo>
                <a:lnTo>
                  <a:pt x="5748" y="1797"/>
                </a:lnTo>
                <a:lnTo>
                  <a:pt x="5748" y="6162"/>
                </a:lnTo>
                <a:close/>
                <a:moveTo>
                  <a:pt x="0" y="1529"/>
                </a:moveTo>
                <a:lnTo>
                  <a:pt x="0" y="6162"/>
                </a:lnTo>
                <a:lnTo>
                  <a:pt x="135" y="6160"/>
                </a:lnTo>
                <a:lnTo>
                  <a:pt x="268" y="6151"/>
                </a:lnTo>
                <a:lnTo>
                  <a:pt x="400" y="6139"/>
                </a:lnTo>
                <a:lnTo>
                  <a:pt x="528" y="6123"/>
                </a:lnTo>
                <a:lnTo>
                  <a:pt x="656" y="6101"/>
                </a:lnTo>
                <a:lnTo>
                  <a:pt x="780" y="6076"/>
                </a:lnTo>
                <a:lnTo>
                  <a:pt x="901" y="6049"/>
                </a:lnTo>
                <a:lnTo>
                  <a:pt x="1020" y="6015"/>
                </a:lnTo>
                <a:lnTo>
                  <a:pt x="1136" y="5979"/>
                </a:lnTo>
                <a:lnTo>
                  <a:pt x="1249" y="5939"/>
                </a:lnTo>
                <a:lnTo>
                  <a:pt x="1359" y="5896"/>
                </a:lnTo>
                <a:lnTo>
                  <a:pt x="1466" y="5849"/>
                </a:lnTo>
                <a:lnTo>
                  <a:pt x="1568" y="5798"/>
                </a:lnTo>
                <a:lnTo>
                  <a:pt x="1668" y="5746"/>
                </a:lnTo>
                <a:lnTo>
                  <a:pt x="1761" y="5689"/>
                </a:lnTo>
                <a:lnTo>
                  <a:pt x="1853" y="5629"/>
                </a:lnTo>
                <a:lnTo>
                  <a:pt x="1940" y="5568"/>
                </a:lnTo>
                <a:lnTo>
                  <a:pt x="2021" y="5502"/>
                </a:lnTo>
                <a:lnTo>
                  <a:pt x="2099" y="5435"/>
                </a:lnTo>
                <a:lnTo>
                  <a:pt x="2172" y="5364"/>
                </a:lnTo>
                <a:lnTo>
                  <a:pt x="2241" y="5292"/>
                </a:lnTo>
                <a:lnTo>
                  <a:pt x="2302" y="5216"/>
                </a:lnTo>
                <a:lnTo>
                  <a:pt x="2362" y="5139"/>
                </a:lnTo>
                <a:lnTo>
                  <a:pt x="2414" y="5060"/>
                </a:lnTo>
                <a:lnTo>
                  <a:pt x="2461" y="4979"/>
                </a:lnTo>
                <a:lnTo>
                  <a:pt x="2501" y="4896"/>
                </a:lnTo>
                <a:lnTo>
                  <a:pt x="2537" y="4811"/>
                </a:lnTo>
                <a:lnTo>
                  <a:pt x="2566" y="4725"/>
                </a:lnTo>
                <a:lnTo>
                  <a:pt x="2589" y="4636"/>
                </a:lnTo>
                <a:lnTo>
                  <a:pt x="2605" y="4547"/>
                </a:lnTo>
                <a:lnTo>
                  <a:pt x="2616" y="4457"/>
                </a:lnTo>
                <a:lnTo>
                  <a:pt x="2618" y="4365"/>
                </a:lnTo>
                <a:lnTo>
                  <a:pt x="2618" y="0"/>
                </a:lnTo>
                <a:lnTo>
                  <a:pt x="2495" y="1"/>
                </a:lnTo>
                <a:lnTo>
                  <a:pt x="2373" y="7"/>
                </a:lnTo>
                <a:lnTo>
                  <a:pt x="2252" y="17"/>
                </a:lnTo>
                <a:lnTo>
                  <a:pt x="2133" y="30"/>
                </a:lnTo>
                <a:lnTo>
                  <a:pt x="2016" y="46"/>
                </a:lnTo>
                <a:lnTo>
                  <a:pt x="1900" y="67"/>
                </a:lnTo>
                <a:lnTo>
                  <a:pt x="1787" y="90"/>
                </a:lnTo>
                <a:lnTo>
                  <a:pt x="1677" y="116"/>
                </a:lnTo>
                <a:lnTo>
                  <a:pt x="1567" y="147"/>
                </a:lnTo>
                <a:lnTo>
                  <a:pt x="1462" y="180"/>
                </a:lnTo>
                <a:lnTo>
                  <a:pt x="1357" y="215"/>
                </a:lnTo>
                <a:lnTo>
                  <a:pt x="1256" y="255"/>
                </a:lnTo>
                <a:lnTo>
                  <a:pt x="1159" y="297"/>
                </a:lnTo>
                <a:lnTo>
                  <a:pt x="1064" y="342"/>
                </a:lnTo>
                <a:lnTo>
                  <a:pt x="972" y="389"/>
                </a:lnTo>
                <a:lnTo>
                  <a:pt x="883" y="440"/>
                </a:lnTo>
                <a:lnTo>
                  <a:pt x="797" y="492"/>
                </a:lnTo>
                <a:lnTo>
                  <a:pt x="716" y="548"/>
                </a:lnTo>
                <a:lnTo>
                  <a:pt x="638" y="604"/>
                </a:lnTo>
                <a:lnTo>
                  <a:pt x="562" y="664"/>
                </a:lnTo>
                <a:lnTo>
                  <a:pt x="492" y="727"/>
                </a:lnTo>
                <a:lnTo>
                  <a:pt x="425" y="791"/>
                </a:lnTo>
                <a:lnTo>
                  <a:pt x="362" y="857"/>
                </a:lnTo>
                <a:lnTo>
                  <a:pt x="303" y="924"/>
                </a:lnTo>
                <a:lnTo>
                  <a:pt x="249" y="994"/>
                </a:lnTo>
                <a:lnTo>
                  <a:pt x="198" y="1067"/>
                </a:lnTo>
                <a:lnTo>
                  <a:pt x="153" y="1139"/>
                </a:lnTo>
                <a:lnTo>
                  <a:pt x="113" y="1214"/>
                </a:lnTo>
                <a:lnTo>
                  <a:pt x="77" y="1291"/>
                </a:lnTo>
                <a:lnTo>
                  <a:pt x="47" y="1368"/>
                </a:lnTo>
                <a:lnTo>
                  <a:pt x="21" y="1448"/>
                </a:lnTo>
                <a:lnTo>
                  <a:pt x="0" y="1529"/>
                </a:lnTo>
                <a:close/>
                <a:moveTo>
                  <a:pt x="5508" y="6162"/>
                </a:moveTo>
                <a:lnTo>
                  <a:pt x="5508" y="1797"/>
                </a:lnTo>
                <a:lnTo>
                  <a:pt x="5505" y="1705"/>
                </a:lnTo>
                <a:lnTo>
                  <a:pt x="5494" y="1613"/>
                </a:lnTo>
                <a:lnTo>
                  <a:pt x="5478" y="1523"/>
                </a:lnTo>
                <a:lnTo>
                  <a:pt x="5454" y="1435"/>
                </a:lnTo>
                <a:lnTo>
                  <a:pt x="5423" y="1348"/>
                </a:lnTo>
                <a:lnTo>
                  <a:pt x="5389" y="1262"/>
                </a:lnTo>
                <a:lnTo>
                  <a:pt x="5346" y="1179"/>
                </a:lnTo>
                <a:lnTo>
                  <a:pt x="5299" y="1097"/>
                </a:lnTo>
                <a:lnTo>
                  <a:pt x="5247" y="1018"/>
                </a:lnTo>
                <a:lnTo>
                  <a:pt x="5187" y="940"/>
                </a:lnTo>
                <a:lnTo>
                  <a:pt x="5124" y="865"/>
                </a:lnTo>
                <a:lnTo>
                  <a:pt x="5056" y="793"/>
                </a:lnTo>
                <a:lnTo>
                  <a:pt x="4982" y="721"/>
                </a:lnTo>
                <a:lnTo>
                  <a:pt x="4902" y="654"/>
                </a:lnTo>
                <a:lnTo>
                  <a:pt x="4819" y="588"/>
                </a:lnTo>
                <a:lnTo>
                  <a:pt x="4731" y="526"/>
                </a:lnTo>
                <a:lnTo>
                  <a:pt x="4639" y="466"/>
                </a:lnTo>
                <a:lnTo>
                  <a:pt x="4544" y="411"/>
                </a:lnTo>
                <a:lnTo>
                  <a:pt x="4444" y="357"/>
                </a:lnTo>
                <a:lnTo>
                  <a:pt x="4340" y="307"/>
                </a:lnTo>
                <a:lnTo>
                  <a:pt x="4232" y="259"/>
                </a:lnTo>
                <a:lnTo>
                  <a:pt x="4122" y="217"/>
                </a:lnTo>
                <a:lnTo>
                  <a:pt x="4008" y="177"/>
                </a:lnTo>
                <a:lnTo>
                  <a:pt x="3891" y="141"/>
                </a:lnTo>
                <a:lnTo>
                  <a:pt x="3770" y="109"/>
                </a:lnTo>
                <a:lnTo>
                  <a:pt x="3647" y="80"/>
                </a:lnTo>
                <a:lnTo>
                  <a:pt x="3521" y="56"/>
                </a:lnTo>
                <a:lnTo>
                  <a:pt x="3393" y="36"/>
                </a:lnTo>
                <a:lnTo>
                  <a:pt x="3263" y="20"/>
                </a:lnTo>
                <a:lnTo>
                  <a:pt x="3130" y="8"/>
                </a:lnTo>
                <a:lnTo>
                  <a:pt x="2996" y="2"/>
                </a:lnTo>
                <a:lnTo>
                  <a:pt x="2859" y="0"/>
                </a:lnTo>
                <a:lnTo>
                  <a:pt x="2859" y="4365"/>
                </a:lnTo>
                <a:lnTo>
                  <a:pt x="2863" y="4457"/>
                </a:lnTo>
                <a:lnTo>
                  <a:pt x="2874" y="4549"/>
                </a:lnTo>
                <a:lnTo>
                  <a:pt x="2890" y="4639"/>
                </a:lnTo>
                <a:lnTo>
                  <a:pt x="2914" y="4727"/>
                </a:lnTo>
                <a:lnTo>
                  <a:pt x="2942" y="4814"/>
                </a:lnTo>
                <a:lnTo>
                  <a:pt x="2978" y="4900"/>
                </a:lnTo>
                <a:lnTo>
                  <a:pt x="3020" y="4983"/>
                </a:lnTo>
                <a:lnTo>
                  <a:pt x="3067" y="5065"/>
                </a:lnTo>
                <a:lnTo>
                  <a:pt x="3121" y="5145"/>
                </a:lnTo>
                <a:lnTo>
                  <a:pt x="3179" y="5222"/>
                </a:lnTo>
                <a:lnTo>
                  <a:pt x="3244" y="5297"/>
                </a:lnTo>
                <a:lnTo>
                  <a:pt x="3312" y="5369"/>
                </a:lnTo>
                <a:lnTo>
                  <a:pt x="3386" y="5441"/>
                </a:lnTo>
                <a:lnTo>
                  <a:pt x="3463" y="5508"/>
                </a:lnTo>
                <a:lnTo>
                  <a:pt x="3546" y="5574"/>
                </a:lnTo>
                <a:lnTo>
                  <a:pt x="3635" y="5636"/>
                </a:lnTo>
                <a:lnTo>
                  <a:pt x="3727" y="5696"/>
                </a:lnTo>
                <a:lnTo>
                  <a:pt x="3822" y="5751"/>
                </a:lnTo>
                <a:lnTo>
                  <a:pt x="3923" y="5805"/>
                </a:lnTo>
                <a:lnTo>
                  <a:pt x="4026" y="5855"/>
                </a:lnTo>
                <a:lnTo>
                  <a:pt x="4134" y="5903"/>
                </a:lnTo>
                <a:lnTo>
                  <a:pt x="4246" y="5945"/>
                </a:lnTo>
                <a:lnTo>
                  <a:pt x="4360" y="5985"/>
                </a:lnTo>
                <a:lnTo>
                  <a:pt x="4477" y="6021"/>
                </a:lnTo>
                <a:lnTo>
                  <a:pt x="4598" y="6053"/>
                </a:lnTo>
                <a:lnTo>
                  <a:pt x="4720" y="6082"/>
                </a:lnTo>
                <a:lnTo>
                  <a:pt x="4846" y="6106"/>
                </a:lnTo>
                <a:lnTo>
                  <a:pt x="4975" y="6126"/>
                </a:lnTo>
                <a:lnTo>
                  <a:pt x="5104" y="6142"/>
                </a:lnTo>
                <a:lnTo>
                  <a:pt x="5236" y="6154"/>
                </a:lnTo>
                <a:lnTo>
                  <a:pt x="5371" y="6160"/>
                </a:lnTo>
                <a:lnTo>
                  <a:pt x="5508" y="6162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00"/>
            </a:lvl1pPr>
          </a:lstStyle>
          <a:p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/>
          <p:cNvSpPr>
            <a:spLocks noGrp="1" noEditPoints="1"/>
          </p:cNvSpPr>
          <p:nvPr>
            <p:ph type="pic" sz="quarter" idx="13"/>
          </p:nvPr>
        </p:nvSpPr>
        <p:spPr bwMode="auto">
          <a:xfrm>
            <a:off x="5734050" y="0"/>
            <a:ext cx="6457950" cy="6858000"/>
          </a:xfrm>
          <a:custGeom>
            <a:avLst/>
            <a:gdLst>
              <a:gd name="T0" fmla="*/ 3147 w 12484"/>
              <a:gd name="T1" fmla="*/ 11694 h 12954"/>
              <a:gd name="T2" fmla="*/ 2123 w 12484"/>
              <a:gd name="T3" fmla="*/ 10279 h 12954"/>
              <a:gd name="T4" fmla="*/ 1195 w 12484"/>
              <a:gd name="T5" fmla="*/ 8855 h 12954"/>
              <a:gd name="T6" fmla="*/ 471 w 12484"/>
              <a:gd name="T7" fmla="*/ 7303 h 12954"/>
              <a:gd name="T8" fmla="*/ 57 w 12484"/>
              <a:gd name="T9" fmla="*/ 5503 h 12954"/>
              <a:gd name="T10" fmla="*/ 8 w 12484"/>
              <a:gd name="T11" fmla="*/ 4305 h 12954"/>
              <a:gd name="T12" fmla="*/ 67 w 12484"/>
              <a:gd name="T13" fmla="*/ 3725 h 12954"/>
              <a:gd name="T14" fmla="*/ 225 w 12484"/>
              <a:gd name="T15" fmla="*/ 2837 h 12954"/>
              <a:gd name="T16" fmla="*/ 529 w 12484"/>
              <a:gd name="T17" fmla="*/ 1752 h 12954"/>
              <a:gd name="T18" fmla="*/ 1025 w 12484"/>
              <a:gd name="T19" fmla="*/ 583 h 12954"/>
              <a:gd name="T20" fmla="*/ 1712 w 12484"/>
              <a:gd name="T21" fmla="*/ 714 h 12954"/>
              <a:gd name="T22" fmla="*/ 2461 w 12484"/>
              <a:gd name="T23" fmla="*/ 3018 h 12954"/>
              <a:gd name="T24" fmla="*/ 4159 w 12484"/>
              <a:gd name="T25" fmla="*/ 5489 h 12954"/>
              <a:gd name="T26" fmla="*/ 6380 w 12484"/>
              <a:gd name="T27" fmla="*/ 8030 h 12954"/>
              <a:gd name="T28" fmla="*/ 9415 w 12484"/>
              <a:gd name="T29" fmla="*/ 11369 h 12954"/>
              <a:gd name="T30" fmla="*/ 2000 w 12484"/>
              <a:gd name="T31" fmla="*/ 0 h 12954"/>
              <a:gd name="T32" fmla="*/ 7433 w 12484"/>
              <a:gd name="T33" fmla="*/ 928 h 12954"/>
              <a:gd name="T34" fmla="*/ 8229 w 12484"/>
              <a:gd name="T35" fmla="*/ 2045 h 12954"/>
              <a:gd name="T36" fmla="*/ 9282 w 12484"/>
              <a:gd name="T37" fmla="*/ 3176 h 12954"/>
              <a:gd name="T38" fmla="*/ 10506 w 12484"/>
              <a:gd name="T39" fmla="*/ 4327 h 12954"/>
              <a:gd name="T40" fmla="*/ 12263 w 12484"/>
              <a:gd name="T41" fmla="*/ 5899 h 12954"/>
              <a:gd name="T42" fmla="*/ 10141 w 12484"/>
              <a:gd name="T43" fmla="*/ 11821 h 12954"/>
              <a:gd name="T44" fmla="*/ 7602 w 12484"/>
              <a:gd name="T45" fmla="*/ 8997 h 12954"/>
              <a:gd name="T46" fmla="*/ 4965 w 12484"/>
              <a:gd name="T47" fmla="*/ 6044 h 12954"/>
              <a:gd name="T48" fmla="*/ 3119 w 12484"/>
              <a:gd name="T49" fmla="*/ 3528 h 12954"/>
              <a:gd name="T50" fmla="*/ 2085 w 12484"/>
              <a:gd name="T51" fmla="*/ 1128 h 12954"/>
              <a:gd name="T52" fmla="*/ 10137 w 12484"/>
              <a:gd name="T53" fmla="*/ 12 h 12954"/>
              <a:gd name="T54" fmla="*/ 9921 w 12484"/>
              <a:gd name="T55" fmla="*/ 81 h 12954"/>
              <a:gd name="T56" fmla="*/ 9468 w 12484"/>
              <a:gd name="T57" fmla="*/ 294 h 12954"/>
              <a:gd name="T58" fmla="*/ 8991 w 12484"/>
              <a:gd name="T59" fmla="*/ 624 h 12954"/>
              <a:gd name="T60" fmla="*/ 8575 w 12484"/>
              <a:gd name="T61" fmla="*/ 981 h 12954"/>
              <a:gd name="T62" fmla="*/ 8153 w 12484"/>
              <a:gd name="T63" fmla="*/ 1408 h 12954"/>
              <a:gd name="T64" fmla="*/ 7946 w 12484"/>
              <a:gd name="T65" fmla="*/ 1375 h 12954"/>
              <a:gd name="T66" fmla="*/ 7742 w 12484"/>
              <a:gd name="T67" fmla="*/ 1097 h 12954"/>
              <a:gd name="T68" fmla="*/ 7570 w 12484"/>
              <a:gd name="T69" fmla="*/ 814 h 12954"/>
              <a:gd name="T70" fmla="*/ 7427 w 12484"/>
              <a:gd name="T71" fmla="*/ 529 h 12954"/>
              <a:gd name="T72" fmla="*/ 7315 w 12484"/>
              <a:gd name="T73" fmla="*/ 241 h 12954"/>
              <a:gd name="T74" fmla="*/ 12484 w 12484"/>
              <a:gd name="T75" fmla="*/ 13 h 12954"/>
              <a:gd name="T76" fmla="*/ 12224 w 12484"/>
              <a:gd name="T77" fmla="*/ 4377 h 12954"/>
              <a:gd name="T78" fmla="*/ 11977 w 12484"/>
              <a:gd name="T79" fmla="*/ 4767 h 12954"/>
              <a:gd name="T80" fmla="*/ 11701 w 12484"/>
              <a:gd name="T81" fmla="*/ 5049 h 12954"/>
              <a:gd name="T82" fmla="*/ 10844 w 12484"/>
              <a:gd name="T83" fmla="*/ 4328 h 12954"/>
              <a:gd name="T84" fmla="*/ 9942 w 12484"/>
              <a:gd name="T85" fmla="*/ 3474 h 12954"/>
              <a:gd name="T86" fmla="*/ 8780 w 12484"/>
              <a:gd name="T87" fmla="*/ 2287 h 12954"/>
              <a:gd name="T88" fmla="*/ 8225 w 12484"/>
              <a:gd name="T89" fmla="*/ 1669 h 12954"/>
              <a:gd name="T90" fmla="*/ 8600 w 12484"/>
              <a:gd name="T91" fmla="*/ 1290 h 12954"/>
              <a:gd name="T92" fmla="*/ 8979 w 12484"/>
              <a:gd name="T93" fmla="*/ 961 h 12954"/>
              <a:gd name="T94" fmla="*/ 9433 w 12484"/>
              <a:gd name="T95" fmla="*/ 631 h 12954"/>
              <a:gd name="T96" fmla="*/ 9927 w 12484"/>
              <a:gd name="T97" fmla="*/ 369 h 12954"/>
              <a:gd name="T98" fmla="*/ 10364 w 12484"/>
              <a:gd name="T99" fmla="*/ 226 h 12954"/>
              <a:gd name="T100" fmla="*/ 10802 w 12484"/>
              <a:gd name="T101" fmla="*/ 127 h 12954"/>
              <a:gd name="T102" fmla="*/ 11259 w 12484"/>
              <a:gd name="T103" fmla="*/ 61 h 12954"/>
              <a:gd name="T104" fmla="*/ 11979 w 12484"/>
              <a:gd name="T105" fmla="*/ 15 h 12954"/>
              <a:gd name="T106" fmla="*/ 12380 w 12484"/>
              <a:gd name="T107" fmla="*/ 5641 h 12954"/>
              <a:gd name="T108" fmla="*/ 12025 w 12484"/>
              <a:gd name="T109" fmla="*/ 5327 h 12954"/>
              <a:gd name="T110" fmla="*/ 12093 w 12484"/>
              <a:gd name="T111" fmla="*/ 5113 h 12954"/>
              <a:gd name="T112" fmla="*/ 12285 w 12484"/>
              <a:gd name="T113" fmla="*/ 4749 h 12954"/>
              <a:gd name="T114" fmla="*/ 12451 w 12484"/>
              <a:gd name="T115" fmla="*/ 4518 h 12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2484" h="12954">
                <a:moveTo>
                  <a:pt x="3993" y="12954"/>
                </a:moveTo>
                <a:lnTo>
                  <a:pt x="3827" y="12692"/>
                </a:lnTo>
                <a:lnTo>
                  <a:pt x="3660" y="12437"/>
                </a:lnTo>
                <a:lnTo>
                  <a:pt x="3490" y="12185"/>
                </a:lnTo>
                <a:lnTo>
                  <a:pt x="3318" y="11937"/>
                </a:lnTo>
                <a:lnTo>
                  <a:pt x="3147" y="11694"/>
                </a:lnTo>
                <a:lnTo>
                  <a:pt x="2973" y="11453"/>
                </a:lnTo>
                <a:lnTo>
                  <a:pt x="2800" y="11216"/>
                </a:lnTo>
                <a:lnTo>
                  <a:pt x="2629" y="10980"/>
                </a:lnTo>
                <a:lnTo>
                  <a:pt x="2459" y="10747"/>
                </a:lnTo>
                <a:lnTo>
                  <a:pt x="2290" y="10512"/>
                </a:lnTo>
                <a:lnTo>
                  <a:pt x="2123" y="10279"/>
                </a:lnTo>
                <a:lnTo>
                  <a:pt x="1960" y="10045"/>
                </a:lnTo>
                <a:lnTo>
                  <a:pt x="1798" y="9811"/>
                </a:lnTo>
                <a:lnTo>
                  <a:pt x="1641" y="9576"/>
                </a:lnTo>
                <a:lnTo>
                  <a:pt x="1488" y="9338"/>
                </a:lnTo>
                <a:lnTo>
                  <a:pt x="1339" y="9098"/>
                </a:lnTo>
                <a:lnTo>
                  <a:pt x="1195" y="8855"/>
                </a:lnTo>
                <a:lnTo>
                  <a:pt x="1058" y="8609"/>
                </a:lnTo>
                <a:lnTo>
                  <a:pt x="925" y="8358"/>
                </a:lnTo>
                <a:lnTo>
                  <a:pt x="801" y="8102"/>
                </a:lnTo>
                <a:lnTo>
                  <a:pt x="683" y="7841"/>
                </a:lnTo>
                <a:lnTo>
                  <a:pt x="574" y="7575"/>
                </a:lnTo>
                <a:lnTo>
                  <a:pt x="471" y="7303"/>
                </a:lnTo>
                <a:lnTo>
                  <a:pt x="377" y="7023"/>
                </a:lnTo>
                <a:lnTo>
                  <a:pt x="292" y="6735"/>
                </a:lnTo>
                <a:lnTo>
                  <a:pt x="219" y="6442"/>
                </a:lnTo>
                <a:lnTo>
                  <a:pt x="154" y="6138"/>
                </a:lnTo>
                <a:lnTo>
                  <a:pt x="99" y="5826"/>
                </a:lnTo>
                <a:lnTo>
                  <a:pt x="57" y="5503"/>
                </a:lnTo>
                <a:lnTo>
                  <a:pt x="26" y="5170"/>
                </a:lnTo>
                <a:lnTo>
                  <a:pt x="7" y="4826"/>
                </a:lnTo>
                <a:lnTo>
                  <a:pt x="0" y="4472"/>
                </a:lnTo>
                <a:lnTo>
                  <a:pt x="1" y="4445"/>
                </a:lnTo>
                <a:lnTo>
                  <a:pt x="5" y="4364"/>
                </a:lnTo>
                <a:lnTo>
                  <a:pt x="8" y="4305"/>
                </a:lnTo>
                <a:lnTo>
                  <a:pt x="14" y="4235"/>
                </a:lnTo>
                <a:lnTo>
                  <a:pt x="20" y="4153"/>
                </a:lnTo>
                <a:lnTo>
                  <a:pt x="28" y="4060"/>
                </a:lnTo>
                <a:lnTo>
                  <a:pt x="40" y="3958"/>
                </a:lnTo>
                <a:lnTo>
                  <a:pt x="53" y="3846"/>
                </a:lnTo>
                <a:lnTo>
                  <a:pt x="67" y="3725"/>
                </a:lnTo>
                <a:lnTo>
                  <a:pt x="86" y="3595"/>
                </a:lnTo>
                <a:lnTo>
                  <a:pt x="106" y="3459"/>
                </a:lnTo>
                <a:lnTo>
                  <a:pt x="131" y="3313"/>
                </a:lnTo>
                <a:lnTo>
                  <a:pt x="158" y="3161"/>
                </a:lnTo>
                <a:lnTo>
                  <a:pt x="190" y="3002"/>
                </a:lnTo>
                <a:lnTo>
                  <a:pt x="225" y="2837"/>
                </a:lnTo>
                <a:lnTo>
                  <a:pt x="265" y="2667"/>
                </a:lnTo>
                <a:lnTo>
                  <a:pt x="308" y="2493"/>
                </a:lnTo>
                <a:lnTo>
                  <a:pt x="356" y="2313"/>
                </a:lnTo>
                <a:lnTo>
                  <a:pt x="408" y="2130"/>
                </a:lnTo>
                <a:lnTo>
                  <a:pt x="465" y="1943"/>
                </a:lnTo>
                <a:lnTo>
                  <a:pt x="529" y="1752"/>
                </a:lnTo>
                <a:lnTo>
                  <a:pt x="597" y="1561"/>
                </a:lnTo>
                <a:lnTo>
                  <a:pt x="670" y="1367"/>
                </a:lnTo>
                <a:lnTo>
                  <a:pt x="750" y="1171"/>
                </a:lnTo>
                <a:lnTo>
                  <a:pt x="835" y="975"/>
                </a:lnTo>
                <a:lnTo>
                  <a:pt x="927" y="779"/>
                </a:lnTo>
                <a:lnTo>
                  <a:pt x="1025" y="583"/>
                </a:lnTo>
                <a:lnTo>
                  <a:pt x="1130" y="388"/>
                </a:lnTo>
                <a:lnTo>
                  <a:pt x="1243" y="193"/>
                </a:lnTo>
                <a:lnTo>
                  <a:pt x="1361" y="0"/>
                </a:lnTo>
                <a:lnTo>
                  <a:pt x="1746" y="0"/>
                </a:lnTo>
                <a:lnTo>
                  <a:pt x="1709" y="354"/>
                </a:lnTo>
                <a:lnTo>
                  <a:pt x="1712" y="714"/>
                </a:lnTo>
                <a:lnTo>
                  <a:pt x="1753" y="1083"/>
                </a:lnTo>
                <a:lnTo>
                  <a:pt x="1830" y="1459"/>
                </a:lnTo>
                <a:lnTo>
                  <a:pt x="1942" y="1840"/>
                </a:lnTo>
                <a:lnTo>
                  <a:pt x="2085" y="2228"/>
                </a:lnTo>
                <a:lnTo>
                  <a:pt x="2260" y="2621"/>
                </a:lnTo>
                <a:lnTo>
                  <a:pt x="2461" y="3018"/>
                </a:lnTo>
                <a:lnTo>
                  <a:pt x="2691" y="3421"/>
                </a:lnTo>
                <a:lnTo>
                  <a:pt x="2943" y="3829"/>
                </a:lnTo>
                <a:lnTo>
                  <a:pt x="3219" y="4239"/>
                </a:lnTo>
                <a:lnTo>
                  <a:pt x="3514" y="4652"/>
                </a:lnTo>
                <a:lnTo>
                  <a:pt x="3829" y="5070"/>
                </a:lnTo>
                <a:lnTo>
                  <a:pt x="4159" y="5489"/>
                </a:lnTo>
                <a:lnTo>
                  <a:pt x="4505" y="5909"/>
                </a:lnTo>
                <a:lnTo>
                  <a:pt x="4863" y="6332"/>
                </a:lnTo>
                <a:lnTo>
                  <a:pt x="5231" y="6757"/>
                </a:lnTo>
                <a:lnTo>
                  <a:pt x="5608" y="7180"/>
                </a:lnTo>
                <a:lnTo>
                  <a:pt x="5991" y="7606"/>
                </a:lnTo>
                <a:lnTo>
                  <a:pt x="6380" y="8030"/>
                </a:lnTo>
                <a:lnTo>
                  <a:pt x="7162" y="8878"/>
                </a:lnTo>
                <a:lnTo>
                  <a:pt x="7939" y="9719"/>
                </a:lnTo>
                <a:lnTo>
                  <a:pt x="8320" y="10136"/>
                </a:lnTo>
                <a:lnTo>
                  <a:pt x="8695" y="10551"/>
                </a:lnTo>
                <a:lnTo>
                  <a:pt x="9060" y="10961"/>
                </a:lnTo>
                <a:lnTo>
                  <a:pt x="9415" y="11369"/>
                </a:lnTo>
                <a:lnTo>
                  <a:pt x="9755" y="11772"/>
                </a:lnTo>
                <a:lnTo>
                  <a:pt x="10081" y="12170"/>
                </a:lnTo>
                <a:lnTo>
                  <a:pt x="10390" y="12565"/>
                </a:lnTo>
                <a:lnTo>
                  <a:pt x="10679" y="12954"/>
                </a:lnTo>
                <a:lnTo>
                  <a:pt x="3993" y="12954"/>
                </a:lnTo>
                <a:close/>
                <a:moveTo>
                  <a:pt x="2000" y="0"/>
                </a:moveTo>
                <a:lnTo>
                  <a:pt x="7028" y="0"/>
                </a:lnTo>
                <a:lnTo>
                  <a:pt x="7087" y="186"/>
                </a:lnTo>
                <a:lnTo>
                  <a:pt x="7157" y="370"/>
                </a:lnTo>
                <a:lnTo>
                  <a:pt x="7240" y="556"/>
                </a:lnTo>
                <a:lnTo>
                  <a:pt x="7332" y="742"/>
                </a:lnTo>
                <a:lnTo>
                  <a:pt x="7433" y="928"/>
                </a:lnTo>
                <a:lnTo>
                  <a:pt x="7544" y="1113"/>
                </a:lnTo>
                <a:lnTo>
                  <a:pt x="7665" y="1299"/>
                </a:lnTo>
                <a:lnTo>
                  <a:pt x="7793" y="1485"/>
                </a:lnTo>
                <a:lnTo>
                  <a:pt x="7930" y="1672"/>
                </a:lnTo>
                <a:lnTo>
                  <a:pt x="8076" y="1858"/>
                </a:lnTo>
                <a:lnTo>
                  <a:pt x="8229" y="2045"/>
                </a:lnTo>
                <a:lnTo>
                  <a:pt x="8389" y="2233"/>
                </a:lnTo>
                <a:lnTo>
                  <a:pt x="8555" y="2421"/>
                </a:lnTo>
                <a:lnTo>
                  <a:pt x="8728" y="2609"/>
                </a:lnTo>
                <a:lnTo>
                  <a:pt x="8907" y="2798"/>
                </a:lnTo>
                <a:lnTo>
                  <a:pt x="9092" y="2986"/>
                </a:lnTo>
                <a:lnTo>
                  <a:pt x="9282" y="3176"/>
                </a:lnTo>
                <a:lnTo>
                  <a:pt x="9477" y="3366"/>
                </a:lnTo>
                <a:lnTo>
                  <a:pt x="9676" y="3558"/>
                </a:lnTo>
                <a:lnTo>
                  <a:pt x="9878" y="3748"/>
                </a:lnTo>
                <a:lnTo>
                  <a:pt x="10085" y="3941"/>
                </a:lnTo>
                <a:lnTo>
                  <a:pt x="10294" y="4134"/>
                </a:lnTo>
                <a:lnTo>
                  <a:pt x="10506" y="4327"/>
                </a:lnTo>
                <a:lnTo>
                  <a:pt x="10723" y="4520"/>
                </a:lnTo>
                <a:lnTo>
                  <a:pt x="11158" y="4910"/>
                </a:lnTo>
                <a:lnTo>
                  <a:pt x="11598" y="5303"/>
                </a:lnTo>
                <a:lnTo>
                  <a:pt x="11820" y="5502"/>
                </a:lnTo>
                <a:lnTo>
                  <a:pt x="12042" y="5700"/>
                </a:lnTo>
                <a:lnTo>
                  <a:pt x="12263" y="5899"/>
                </a:lnTo>
                <a:lnTo>
                  <a:pt x="12484" y="6099"/>
                </a:lnTo>
                <a:lnTo>
                  <a:pt x="12484" y="12954"/>
                </a:lnTo>
                <a:lnTo>
                  <a:pt x="11039" y="12954"/>
                </a:lnTo>
                <a:lnTo>
                  <a:pt x="10757" y="12582"/>
                </a:lnTo>
                <a:lnTo>
                  <a:pt x="10457" y="12205"/>
                </a:lnTo>
                <a:lnTo>
                  <a:pt x="10141" y="11821"/>
                </a:lnTo>
                <a:lnTo>
                  <a:pt x="9808" y="11430"/>
                </a:lnTo>
                <a:lnTo>
                  <a:pt x="9464" y="11036"/>
                </a:lnTo>
                <a:lnTo>
                  <a:pt x="9106" y="10636"/>
                </a:lnTo>
                <a:lnTo>
                  <a:pt x="8740" y="10231"/>
                </a:lnTo>
                <a:lnTo>
                  <a:pt x="8366" y="9824"/>
                </a:lnTo>
                <a:lnTo>
                  <a:pt x="7602" y="8997"/>
                </a:lnTo>
                <a:lnTo>
                  <a:pt x="6830" y="8159"/>
                </a:lnTo>
                <a:lnTo>
                  <a:pt x="6446" y="7739"/>
                </a:lnTo>
                <a:lnTo>
                  <a:pt x="6066" y="7316"/>
                </a:lnTo>
                <a:lnTo>
                  <a:pt x="5691" y="6892"/>
                </a:lnTo>
                <a:lnTo>
                  <a:pt x="5323" y="6468"/>
                </a:lnTo>
                <a:lnTo>
                  <a:pt x="4965" y="6044"/>
                </a:lnTo>
                <a:lnTo>
                  <a:pt x="4618" y="5621"/>
                </a:lnTo>
                <a:lnTo>
                  <a:pt x="4284" y="5199"/>
                </a:lnTo>
                <a:lnTo>
                  <a:pt x="3966" y="4777"/>
                </a:lnTo>
                <a:lnTo>
                  <a:pt x="3664" y="4358"/>
                </a:lnTo>
                <a:lnTo>
                  <a:pt x="3382" y="3942"/>
                </a:lnTo>
                <a:lnTo>
                  <a:pt x="3119" y="3528"/>
                </a:lnTo>
                <a:lnTo>
                  <a:pt x="2878" y="3117"/>
                </a:lnTo>
                <a:lnTo>
                  <a:pt x="2663" y="2710"/>
                </a:lnTo>
                <a:lnTo>
                  <a:pt x="2474" y="2307"/>
                </a:lnTo>
                <a:lnTo>
                  <a:pt x="2314" y="1909"/>
                </a:lnTo>
                <a:lnTo>
                  <a:pt x="2183" y="1515"/>
                </a:lnTo>
                <a:lnTo>
                  <a:pt x="2085" y="1128"/>
                </a:lnTo>
                <a:lnTo>
                  <a:pt x="2020" y="745"/>
                </a:lnTo>
                <a:lnTo>
                  <a:pt x="1991" y="369"/>
                </a:lnTo>
                <a:lnTo>
                  <a:pt x="2000" y="0"/>
                </a:lnTo>
                <a:close/>
                <a:moveTo>
                  <a:pt x="7243" y="0"/>
                </a:moveTo>
                <a:lnTo>
                  <a:pt x="10173" y="0"/>
                </a:lnTo>
                <a:lnTo>
                  <a:pt x="10137" y="12"/>
                </a:lnTo>
                <a:lnTo>
                  <a:pt x="10100" y="22"/>
                </a:lnTo>
                <a:lnTo>
                  <a:pt x="10064" y="33"/>
                </a:lnTo>
                <a:lnTo>
                  <a:pt x="10028" y="45"/>
                </a:lnTo>
                <a:lnTo>
                  <a:pt x="9991" y="56"/>
                </a:lnTo>
                <a:lnTo>
                  <a:pt x="9955" y="68"/>
                </a:lnTo>
                <a:lnTo>
                  <a:pt x="9921" y="81"/>
                </a:lnTo>
                <a:lnTo>
                  <a:pt x="9885" y="94"/>
                </a:lnTo>
                <a:lnTo>
                  <a:pt x="9801" y="126"/>
                </a:lnTo>
                <a:lnTo>
                  <a:pt x="9717" y="163"/>
                </a:lnTo>
                <a:lnTo>
                  <a:pt x="9634" y="203"/>
                </a:lnTo>
                <a:lnTo>
                  <a:pt x="9550" y="247"/>
                </a:lnTo>
                <a:lnTo>
                  <a:pt x="9468" y="294"/>
                </a:lnTo>
                <a:lnTo>
                  <a:pt x="9386" y="344"/>
                </a:lnTo>
                <a:lnTo>
                  <a:pt x="9304" y="396"/>
                </a:lnTo>
                <a:lnTo>
                  <a:pt x="9224" y="451"/>
                </a:lnTo>
                <a:lnTo>
                  <a:pt x="9145" y="507"/>
                </a:lnTo>
                <a:lnTo>
                  <a:pt x="9067" y="565"/>
                </a:lnTo>
                <a:lnTo>
                  <a:pt x="8991" y="624"/>
                </a:lnTo>
                <a:lnTo>
                  <a:pt x="8916" y="683"/>
                </a:lnTo>
                <a:lnTo>
                  <a:pt x="8843" y="743"/>
                </a:lnTo>
                <a:lnTo>
                  <a:pt x="8773" y="804"/>
                </a:lnTo>
                <a:lnTo>
                  <a:pt x="8704" y="864"/>
                </a:lnTo>
                <a:lnTo>
                  <a:pt x="8639" y="923"/>
                </a:lnTo>
                <a:lnTo>
                  <a:pt x="8575" y="981"/>
                </a:lnTo>
                <a:lnTo>
                  <a:pt x="8515" y="1038"/>
                </a:lnTo>
                <a:lnTo>
                  <a:pt x="8457" y="1095"/>
                </a:lnTo>
                <a:lnTo>
                  <a:pt x="8402" y="1148"/>
                </a:lnTo>
                <a:lnTo>
                  <a:pt x="8304" y="1247"/>
                </a:lnTo>
                <a:lnTo>
                  <a:pt x="8220" y="1335"/>
                </a:lnTo>
                <a:lnTo>
                  <a:pt x="8153" y="1408"/>
                </a:lnTo>
                <a:lnTo>
                  <a:pt x="8102" y="1463"/>
                </a:lnTo>
                <a:lnTo>
                  <a:pt x="8072" y="1499"/>
                </a:lnTo>
                <a:lnTo>
                  <a:pt x="8060" y="1511"/>
                </a:lnTo>
                <a:lnTo>
                  <a:pt x="8021" y="1466"/>
                </a:lnTo>
                <a:lnTo>
                  <a:pt x="7984" y="1420"/>
                </a:lnTo>
                <a:lnTo>
                  <a:pt x="7946" y="1375"/>
                </a:lnTo>
                <a:lnTo>
                  <a:pt x="7910" y="1329"/>
                </a:lnTo>
                <a:lnTo>
                  <a:pt x="7874" y="1283"/>
                </a:lnTo>
                <a:lnTo>
                  <a:pt x="7840" y="1237"/>
                </a:lnTo>
                <a:lnTo>
                  <a:pt x="7806" y="1190"/>
                </a:lnTo>
                <a:lnTo>
                  <a:pt x="7773" y="1143"/>
                </a:lnTo>
                <a:lnTo>
                  <a:pt x="7742" y="1097"/>
                </a:lnTo>
                <a:lnTo>
                  <a:pt x="7711" y="1050"/>
                </a:lnTo>
                <a:lnTo>
                  <a:pt x="7681" y="1002"/>
                </a:lnTo>
                <a:lnTo>
                  <a:pt x="7652" y="956"/>
                </a:lnTo>
                <a:lnTo>
                  <a:pt x="7623" y="909"/>
                </a:lnTo>
                <a:lnTo>
                  <a:pt x="7596" y="861"/>
                </a:lnTo>
                <a:lnTo>
                  <a:pt x="7570" y="814"/>
                </a:lnTo>
                <a:lnTo>
                  <a:pt x="7544" y="766"/>
                </a:lnTo>
                <a:lnTo>
                  <a:pt x="7518" y="719"/>
                </a:lnTo>
                <a:lnTo>
                  <a:pt x="7495" y="671"/>
                </a:lnTo>
                <a:lnTo>
                  <a:pt x="7470" y="624"/>
                </a:lnTo>
                <a:lnTo>
                  <a:pt x="7449" y="576"/>
                </a:lnTo>
                <a:lnTo>
                  <a:pt x="7427" y="529"/>
                </a:lnTo>
                <a:lnTo>
                  <a:pt x="7406" y="480"/>
                </a:lnTo>
                <a:lnTo>
                  <a:pt x="7385" y="432"/>
                </a:lnTo>
                <a:lnTo>
                  <a:pt x="7367" y="385"/>
                </a:lnTo>
                <a:lnTo>
                  <a:pt x="7348" y="336"/>
                </a:lnTo>
                <a:lnTo>
                  <a:pt x="7331" y="288"/>
                </a:lnTo>
                <a:lnTo>
                  <a:pt x="7315" y="241"/>
                </a:lnTo>
                <a:lnTo>
                  <a:pt x="7297" y="192"/>
                </a:lnTo>
                <a:lnTo>
                  <a:pt x="7283" y="144"/>
                </a:lnTo>
                <a:lnTo>
                  <a:pt x="7268" y="97"/>
                </a:lnTo>
                <a:lnTo>
                  <a:pt x="7254" y="48"/>
                </a:lnTo>
                <a:lnTo>
                  <a:pt x="7243" y="0"/>
                </a:lnTo>
                <a:close/>
                <a:moveTo>
                  <a:pt x="12484" y="13"/>
                </a:moveTo>
                <a:lnTo>
                  <a:pt x="12484" y="4099"/>
                </a:lnTo>
                <a:lnTo>
                  <a:pt x="12427" y="4151"/>
                </a:lnTo>
                <a:lnTo>
                  <a:pt x="12374" y="4206"/>
                </a:lnTo>
                <a:lnTo>
                  <a:pt x="12322" y="4261"/>
                </a:lnTo>
                <a:lnTo>
                  <a:pt x="12273" y="4318"/>
                </a:lnTo>
                <a:lnTo>
                  <a:pt x="12224" y="4377"/>
                </a:lnTo>
                <a:lnTo>
                  <a:pt x="12178" y="4438"/>
                </a:lnTo>
                <a:lnTo>
                  <a:pt x="12135" y="4500"/>
                </a:lnTo>
                <a:lnTo>
                  <a:pt x="12093" y="4564"/>
                </a:lnTo>
                <a:lnTo>
                  <a:pt x="12052" y="4629"/>
                </a:lnTo>
                <a:lnTo>
                  <a:pt x="12013" y="4697"/>
                </a:lnTo>
                <a:lnTo>
                  <a:pt x="11977" y="4767"/>
                </a:lnTo>
                <a:lnTo>
                  <a:pt x="11944" y="4839"/>
                </a:lnTo>
                <a:lnTo>
                  <a:pt x="11913" y="4913"/>
                </a:lnTo>
                <a:lnTo>
                  <a:pt x="11882" y="4988"/>
                </a:lnTo>
                <a:lnTo>
                  <a:pt x="11855" y="5065"/>
                </a:lnTo>
                <a:lnTo>
                  <a:pt x="11830" y="5145"/>
                </a:lnTo>
                <a:lnTo>
                  <a:pt x="11701" y="5049"/>
                </a:lnTo>
                <a:lnTo>
                  <a:pt x="11566" y="4944"/>
                </a:lnTo>
                <a:lnTo>
                  <a:pt x="11428" y="4834"/>
                </a:lnTo>
                <a:lnTo>
                  <a:pt x="11287" y="4715"/>
                </a:lnTo>
                <a:lnTo>
                  <a:pt x="11141" y="4592"/>
                </a:lnTo>
                <a:lnTo>
                  <a:pt x="10994" y="4462"/>
                </a:lnTo>
                <a:lnTo>
                  <a:pt x="10844" y="4328"/>
                </a:lnTo>
                <a:lnTo>
                  <a:pt x="10694" y="4191"/>
                </a:lnTo>
                <a:lnTo>
                  <a:pt x="10542" y="4052"/>
                </a:lnTo>
                <a:lnTo>
                  <a:pt x="10391" y="3909"/>
                </a:lnTo>
                <a:lnTo>
                  <a:pt x="10241" y="3764"/>
                </a:lnTo>
                <a:lnTo>
                  <a:pt x="10091" y="3620"/>
                </a:lnTo>
                <a:lnTo>
                  <a:pt x="9942" y="3474"/>
                </a:lnTo>
                <a:lnTo>
                  <a:pt x="9797" y="3330"/>
                </a:lnTo>
                <a:lnTo>
                  <a:pt x="9654" y="3188"/>
                </a:lnTo>
                <a:lnTo>
                  <a:pt x="9514" y="3047"/>
                </a:lnTo>
                <a:lnTo>
                  <a:pt x="9247" y="2775"/>
                </a:lnTo>
                <a:lnTo>
                  <a:pt x="9001" y="2520"/>
                </a:lnTo>
                <a:lnTo>
                  <a:pt x="8780" y="2287"/>
                </a:lnTo>
                <a:lnTo>
                  <a:pt x="8588" y="2085"/>
                </a:lnTo>
                <a:lnTo>
                  <a:pt x="8431" y="1917"/>
                </a:lnTo>
                <a:lnTo>
                  <a:pt x="8314" y="1790"/>
                </a:lnTo>
                <a:lnTo>
                  <a:pt x="8239" y="1709"/>
                </a:lnTo>
                <a:lnTo>
                  <a:pt x="8213" y="1680"/>
                </a:lnTo>
                <a:lnTo>
                  <a:pt x="8225" y="1669"/>
                </a:lnTo>
                <a:lnTo>
                  <a:pt x="8255" y="1636"/>
                </a:lnTo>
                <a:lnTo>
                  <a:pt x="8303" y="1584"/>
                </a:lnTo>
                <a:lnTo>
                  <a:pt x="8369" y="1516"/>
                </a:lnTo>
                <a:lnTo>
                  <a:pt x="8451" y="1434"/>
                </a:lnTo>
                <a:lnTo>
                  <a:pt x="8548" y="1341"/>
                </a:lnTo>
                <a:lnTo>
                  <a:pt x="8600" y="1290"/>
                </a:lnTo>
                <a:lnTo>
                  <a:pt x="8656" y="1238"/>
                </a:lnTo>
                <a:lnTo>
                  <a:pt x="8717" y="1184"/>
                </a:lnTo>
                <a:lnTo>
                  <a:pt x="8779" y="1129"/>
                </a:lnTo>
                <a:lnTo>
                  <a:pt x="8842" y="1073"/>
                </a:lnTo>
                <a:lnTo>
                  <a:pt x="8910" y="1017"/>
                </a:lnTo>
                <a:lnTo>
                  <a:pt x="8979" y="961"/>
                </a:lnTo>
                <a:lnTo>
                  <a:pt x="9050" y="903"/>
                </a:lnTo>
                <a:lnTo>
                  <a:pt x="9123" y="847"/>
                </a:lnTo>
                <a:lnTo>
                  <a:pt x="9198" y="791"/>
                </a:lnTo>
                <a:lnTo>
                  <a:pt x="9276" y="736"/>
                </a:lnTo>
                <a:lnTo>
                  <a:pt x="9354" y="683"/>
                </a:lnTo>
                <a:lnTo>
                  <a:pt x="9433" y="631"/>
                </a:lnTo>
                <a:lnTo>
                  <a:pt x="9514" y="581"/>
                </a:lnTo>
                <a:lnTo>
                  <a:pt x="9595" y="533"/>
                </a:lnTo>
                <a:lnTo>
                  <a:pt x="9677" y="487"/>
                </a:lnTo>
                <a:lnTo>
                  <a:pt x="9761" y="445"/>
                </a:lnTo>
                <a:lnTo>
                  <a:pt x="9843" y="405"/>
                </a:lnTo>
                <a:lnTo>
                  <a:pt x="9927" y="369"/>
                </a:lnTo>
                <a:lnTo>
                  <a:pt x="10010" y="337"/>
                </a:lnTo>
                <a:lnTo>
                  <a:pt x="10081" y="313"/>
                </a:lnTo>
                <a:lnTo>
                  <a:pt x="10150" y="290"/>
                </a:lnTo>
                <a:lnTo>
                  <a:pt x="10221" y="267"/>
                </a:lnTo>
                <a:lnTo>
                  <a:pt x="10293" y="247"/>
                </a:lnTo>
                <a:lnTo>
                  <a:pt x="10364" y="226"/>
                </a:lnTo>
                <a:lnTo>
                  <a:pt x="10436" y="206"/>
                </a:lnTo>
                <a:lnTo>
                  <a:pt x="10508" y="189"/>
                </a:lnTo>
                <a:lnTo>
                  <a:pt x="10581" y="172"/>
                </a:lnTo>
                <a:lnTo>
                  <a:pt x="10655" y="156"/>
                </a:lnTo>
                <a:lnTo>
                  <a:pt x="10728" y="140"/>
                </a:lnTo>
                <a:lnTo>
                  <a:pt x="10802" y="127"/>
                </a:lnTo>
                <a:lnTo>
                  <a:pt x="10877" y="114"/>
                </a:lnTo>
                <a:lnTo>
                  <a:pt x="10952" y="101"/>
                </a:lnTo>
                <a:lnTo>
                  <a:pt x="11028" y="90"/>
                </a:lnTo>
                <a:lnTo>
                  <a:pt x="11105" y="80"/>
                </a:lnTo>
                <a:lnTo>
                  <a:pt x="11181" y="69"/>
                </a:lnTo>
                <a:lnTo>
                  <a:pt x="11259" y="61"/>
                </a:lnTo>
                <a:lnTo>
                  <a:pt x="11337" y="54"/>
                </a:lnTo>
                <a:lnTo>
                  <a:pt x="11415" y="46"/>
                </a:lnTo>
                <a:lnTo>
                  <a:pt x="11494" y="39"/>
                </a:lnTo>
                <a:lnTo>
                  <a:pt x="11653" y="29"/>
                </a:lnTo>
                <a:lnTo>
                  <a:pt x="11814" y="20"/>
                </a:lnTo>
                <a:lnTo>
                  <a:pt x="11979" y="15"/>
                </a:lnTo>
                <a:lnTo>
                  <a:pt x="12145" y="12"/>
                </a:lnTo>
                <a:lnTo>
                  <a:pt x="12312" y="12"/>
                </a:lnTo>
                <a:lnTo>
                  <a:pt x="12484" y="13"/>
                </a:lnTo>
                <a:close/>
                <a:moveTo>
                  <a:pt x="12484" y="4479"/>
                </a:moveTo>
                <a:lnTo>
                  <a:pt x="12484" y="5735"/>
                </a:lnTo>
                <a:lnTo>
                  <a:pt x="12380" y="5641"/>
                </a:lnTo>
                <a:lnTo>
                  <a:pt x="12288" y="5559"/>
                </a:lnTo>
                <a:lnTo>
                  <a:pt x="12208" y="5487"/>
                </a:lnTo>
                <a:lnTo>
                  <a:pt x="12140" y="5428"/>
                </a:lnTo>
                <a:lnTo>
                  <a:pt x="12087" y="5382"/>
                </a:lnTo>
                <a:lnTo>
                  <a:pt x="12048" y="5349"/>
                </a:lnTo>
                <a:lnTo>
                  <a:pt x="12025" y="5327"/>
                </a:lnTo>
                <a:lnTo>
                  <a:pt x="12016" y="5322"/>
                </a:lnTo>
                <a:lnTo>
                  <a:pt x="12022" y="5301"/>
                </a:lnTo>
                <a:lnTo>
                  <a:pt x="12039" y="5248"/>
                </a:lnTo>
                <a:lnTo>
                  <a:pt x="12054" y="5209"/>
                </a:lnTo>
                <a:lnTo>
                  <a:pt x="12071" y="5165"/>
                </a:lnTo>
                <a:lnTo>
                  <a:pt x="12093" y="5113"/>
                </a:lnTo>
                <a:lnTo>
                  <a:pt x="12117" y="5055"/>
                </a:lnTo>
                <a:lnTo>
                  <a:pt x="12146" y="4993"/>
                </a:lnTo>
                <a:lnTo>
                  <a:pt x="12181" y="4927"/>
                </a:lnTo>
                <a:lnTo>
                  <a:pt x="12218" y="4858"/>
                </a:lnTo>
                <a:lnTo>
                  <a:pt x="12262" y="4786"/>
                </a:lnTo>
                <a:lnTo>
                  <a:pt x="12285" y="4749"/>
                </a:lnTo>
                <a:lnTo>
                  <a:pt x="12309" y="4711"/>
                </a:lnTo>
                <a:lnTo>
                  <a:pt x="12335" y="4672"/>
                </a:lnTo>
                <a:lnTo>
                  <a:pt x="12363" y="4635"/>
                </a:lnTo>
                <a:lnTo>
                  <a:pt x="12390" y="4596"/>
                </a:lnTo>
                <a:lnTo>
                  <a:pt x="12420" y="4557"/>
                </a:lnTo>
                <a:lnTo>
                  <a:pt x="12451" y="4518"/>
                </a:lnTo>
                <a:lnTo>
                  <a:pt x="12484" y="4479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00"/>
            </a:lvl1pPr>
          </a:lstStyle>
          <a:p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609600" y="692943"/>
            <a:ext cx="6392334" cy="547211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flythrough hasBounce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2209800"/>
            <a:ext cx="2743200" cy="24955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096000" y="2209800"/>
            <a:ext cx="6096000" cy="24955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1093788" y="4083050"/>
            <a:ext cx="2773362" cy="2774950"/>
          </a:xfrm>
          <a:prstGeom prst="rect">
            <a:avLst/>
          </a:prstGeom>
          <a:effectLst>
            <a:outerShdw blurRad="635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3867150" y="4083050"/>
            <a:ext cx="2773362" cy="2774950"/>
          </a:xfrm>
          <a:prstGeom prst="rect">
            <a:avLst/>
          </a:prstGeom>
          <a:effectLst>
            <a:outerShdw blurRad="635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640512" y="4083050"/>
            <a:ext cx="2773362" cy="2774950"/>
          </a:xfrm>
          <a:prstGeom prst="rect">
            <a:avLst/>
          </a:prstGeom>
          <a:effectLst>
            <a:outerShdw blurRad="635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9413217" y="4083050"/>
            <a:ext cx="2773362" cy="2774950"/>
          </a:xfrm>
          <a:prstGeom prst="rect">
            <a:avLst/>
          </a:prstGeom>
          <a:effectLst>
            <a:outerShdw blurRad="63500" algn="ctr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 nodePh="1">
                                  <p:stCondLst>
                                    <p:cond delay="225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 nodePh="1">
                                  <p:stCondLst>
                                    <p:cond delay="25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 nodePh="1">
                                  <p:stCondLst>
                                    <p:cond delay="275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id-ID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New Chap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/>
          <p:cNvSpPr>
            <a:spLocks noGrp="1"/>
          </p:cNvSpPr>
          <p:nvPr>
            <p:ph type="pic" sz="quarter" idx="10"/>
          </p:nvPr>
        </p:nvSpPr>
        <p:spPr>
          <a:xfrm>
            <a:off x="762000" y="1366326"/>
            <a:ext cx="3994570" cy="3994570"/>
          </a:xfrm>
          <a:custGeom>
            <a:avLst/>
            <a:gdLst>
              <a:gd name="connsiteX0" fmla="*/ 2399372 w 4798744"/>
              <a:gd name="connsiteY0" fmla="*/ 0 h 4798744"/>
              <a:gd name="connsiteX1" fmla="*/ 2917182 w 4798744"/>
              <a:gd name="connsiteY1" fmla="*/ 214484 h 4798744"/>
              <a:gd name="connsiteX2" fmla="*/ 4584260 w 4798744"/>
              <a:gd name="connsiteY2" fmla="*/ 1881562 h 4798744"/>
              <a:gd name="connsiteX3" fmla="*/ 4584260 w 4798744"/>
              <a:gd name="connsiteY3" fmla="*/ 2917182 h 4798744"/>
              <a:gd name="connsiteX4" fmla="*/ 2917182 w 4798744"/>
              <a:gd name="connsiteY4" fmla="*/ 4584260 h 4798744"/>
              <a:gd name="connsiteX5" fmla="*/ 1881562 w 4798744"/>
              <a:gd name="connsiteY5" fmla="*/ 4584260 h 4798744"/>
              <a:gd name="connsiteX6" fmla="*/ 214484 w 4798744"/>
              <a:gd name="connsiteY6" fmla="*/ 2917182 h 4798744"/>
              <a:gd name="connsiteX7" fmla="*/ 214484 w 4798744"/>
              <a:gd name="connsiteY7" fmla="*/ 1881562 h 4798744"/>
              <a:gd name="connsiteX8" fmla="*/ 1881562 w 4798744"/>
              <a:gd name="connsiteY8" fmla="*/ 214484 h 4798744"/>
              <a:gd name="connsiteX9" fmla="*/ 2399372 w 4798744"/>
              <a:gd name="connsiteY9" fmla="*/ 0 h 4798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98744" h="4798744">
                <a:moveTo>
                  <a:pt x="2399372" y="0"/>
                </a:moveTo>
                <a:cubicBezTo>
                  <a:pt x="2586783" y="0"/>
                  <a:pt x="2774193" y="71495"/>
                  <a:pt x="2917182" y="214484"/>
                </a:cubicBezTo>
                <a:lnTo>
                  <a:pt x="4584260" y="1881562"/>
                </a:lnTo>
                <a:cubicBezTo>
                  <a:pt x="4870239" y="2167541"/>
                  <a:pt x="4870239" y="2631203"/>
                  <a:pt x="4584260" y="2917182"/>
                </a:cubicBezTo>
                <a:lnTo>
                  <a:pt x="2917182" y="4584260"/>
                </a:lnTo>
                <a:cubicBezTo>
                  <a:pt x="2631204" y="4870239"/>
                  <a:pt x="2167541" y="4870239"/>
                  <a:pt x="1881562" y="4584260"/>
                </a:cubicBezTo>
                <a:lnTo>
                  <a:pt x="214484" y="2917182"/>
                </a:lnTo>
                <a:cubicBezTo>
                  <a:pt x="-71494" y="2631203"/>
                  <a:pt x="-71494" y="2167541"/>
                  <a:pt x="214484" y="1881562"/>
                </a:cubicBezTo>
                <a:lnTo>
                  <a:pt x="1881562" y="214484"/>
                </a:lnTo>
                <a:cubicBezTo>
                  <a:pt x="2024552" y="71495"/>
                  <a:pt x="2211962" y="0"/>
                  <a:pt x="2399372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>
                <a:latin typeface="Raleway" panose="020B0604020202020204" charset="0"/>
              </a:defRPr>
            </a:lvl1pPr>
          </a:lstStyle>
          <a:p>
            <a:endParaRPr lang="id-ID"/>
          </a:p>
        </p:txBody>
      </p:sp>
      <p:sp>
        <p:nvSpPr>
          <p:cNvPr id="29" name="Title 110"/>
          <p:cNvSpPr>
            <a:spLocks noGrp="1"/>
          </p:cNvSpPr>
          <p:nvPr>
            <p:ph type="title"/>
          </p:nvPr>
        </p:nvSpPr>
        <p:spPr>
          <a:xfrm>
            <a:off x="5144024" y="1332719"/>
            <a:ext cx="6438375" cy="918370"/>
          </a:xfrm>
          <a:prstGeom prst="rect">
            <a:avLst/>
          </a:prstGeom>
        </p:spPr>
        <p:txBody>
          <a:bodyPr anchor="t"/>
          <a:lstStyle>
            <a:lvl1pPr>
              <a:defRPr sz="4000">
                <a:solidFill>
                  <a:schemeClr val="bg2">
                    <a:lumMod val="50000"/>
                  </a:schemeClr>
                </a:solidFill>
                <a:latin typeface="Raleway" panose="020B0604020202020204" charset="0"/>
              </a:defRPr>
            </a:lvl1pPr>
          </a:lstStyle>
          <a:p>
            <a:endParaRPr lang="id-ID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2618487" y="0"/>
            <a:ext cx="252768" cy="1776278"/>
            <a:chOff x="2618487" y="0"/>
            <a:chExt cx="252768" cy="1776278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744871" y="0"/>
              <a:ext cx="0" cy="1636638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2618487" y="1523510"/>
              <a:ext cx="252768" cy="2527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2540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Raleway" panose="020B0604020202020204" charset="0"/>
                <a:ea typeface="Roboto Light" charset="0"/>
                <a:cs typeface="Roboto Light" charset="0"/>
              </a:endParaRPr>
            </a:p>
          </p:txBody>
        </p:sp>
      </p:grpSp>
      <p:grpSp>
        <p:nvGrpSpPr>
          <p:cNvPr id="3" name="Group 2"/>
          <p:cNvGrpSpPr/>
          <p:nvPr userDrawn="1"/>
        </p:nvGrpSpPr>
        <p:grpSpPr>
          <a:xfrm>
            <a:off x="2632901" y="5234512"/>
            <a:ext cx="252768" cy="1638602"/>
            <a:chOff x="2632901" y="5234512"/>
            <a:chExt cx="252768" cy="1638602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2744871" y="5236476"/>
              <a:ext cx="0" cy="1636638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>
              <a:off x="2632901" y="5234512"/>
              <a:ext cx="252768" cy="2527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1000" dist="2540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Raleway" panose="020B0604020202020204" charset="0"/>
                <a:ea typeface="Roboto Light" charset="0"/>
                <a:cs typeface="Roboto Light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9" grpId="0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New Chap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0" y="2191587"/>
            <a:ext cx="12192000" cy="3717758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aleway" panose="020B0604020202020204" charset="0"/>
              </a:defRPr>
            </a:lvl1pPr>
          </a:lstStyle>
          <a:p>
            <a:endParaRPr lang="id-ID"/>
          </a:p>
        </p:txBody>
      </p:sp>
      <p:sp>
        <p:nvSpPr>
          <p:cNvPr id="32" name="Rectangle 31"/>
          <p:cNvSpPr/>
          <p:nvPr userDrawn="1"/>
        </p:nvSpPr>
        <p:spPr>
          <a:xfrm>
            <a:off x="12122508" y="4454314"/>
            <a:ext cx="69492" cy="24036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id-ID">
              <a:solidFill>
                <a:schemeClr val="tx1"/>
              </a:solidFill>
              <a:latin typeface="Raleway" panose="020B0604020202020204" charset="0"/>
            </a:endParaRPr>
          </a:p>
        </p:txBody>
      </p:sp>
      <p:sp>
        <p:nvSpPr>
          <p:cNvPr id="34" name="Title 110"/>
          <p:cNvSpPr>
            <a:spLocks noGrp="1"/>
          </p:cNvSpPr>
          <p:nvPr>
            <p:ph type="title"/>
          </p:nvPr>
        </p:nvSpPr>
        <p:spPr>
          <a:xfrm>
            <a:off x="1627474" y="581484"/>
            <a:ext cx="8937054" cy="654040"/>
          </a:xfrm>
          <a:prstGeom prst="rect">
            <a:avLst/>
          </a:prstGeom>
        </p:spPr>
        <p:txBody>
          <a:bodyPr anchor="t"/>
          <a:lstStyle>
            <a:lvl1pPr algn="ctr">
              <a:defRPr sz="4000">
                <a:solidFill>
                  <a:schemeClr val="bg2">
                    <a:lumMod val="50000"/>
                  </a:schemeClr>
                </a:solidFill>
                <a:latin typeface="Raleway" panose="020B0604020202020204" charset="0"/>
              </a:defRPr>
            </a:lvl1pPr>
          </a:lstStyle>
          <a:p>
            <a:endParaRPr lang="id-ID" dirty="0"/>
          </a:p>
        </p:txBody>
      </p:sp>
      <p:sp>
        <p:nvSpPr>
          <p:cNvPr id="35" name="Text Placeholder 3"/>
          <p:cNvSpPr>
            <a:spLocks noGrp="1"/>
          </p:cNvSpPr>
          <p:nvPr>
            <p:ph type="body" sz="quarter" idx="23"/>
          </p:nvPr>
        </p:nvSpPr>
        <p:spPr>
          <a:xfrm>
            <a:off x="4530583" y="1279066"/>
            <a:ext cx="3130835" cy="3715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1">
                    <a:lumMod val="65000"/>
                    <a:lumOff val="35000"/>
                    <a:alpha val="35000"/>
                  </a:schemeClr>
                </a:solidFill>
                <a:latin typeface="Raleway" panose="020B0604020202020204" charset="0"/>
              </a:defRPr>
            </a:lvl1pPr>
          </a:lstStyle>
          <a:p>
            <a:pPr lvl="0"/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4" grpId="0"/>
      <p:bldP spid="35" grpId="0" build="p">
        <p:tmplLst>
          <p:tmpl lvl="1">
            <p:tnLst>
              <p:par>
                <p:cTn presetID="2" presetClass="entr" presetSubtype="1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New Chap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6096000" cy="68834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>
              <a:defRPr>
                <a:latin typeface="Raleway" panose="020B0604020202020204" charset="0"/>
              </a:defRPr>
            </a:lvl1pPr>
          </a:lstStyle>
          <a:p>
            <a:endParaRPr lang="id-ID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New Chapter 2">
    <p:bg>
      <p:bgPr>
        <a:gradFill flip="none" rotWithShape="1">
          <a:gsLst>
            <a:gs pos="0">
              <a:srgbClr val="FFFFFF"/>
            </a:gs>
            <a:gs pos="100000">
              <a:schemeClr val="bg1">
                <a:lumMod val="8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3609353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>
              <a:defRPr>
                <a:latin typeface="Raleway" panose="020B0604020202020204" charset="0"/>
              </a:defRPr>
            </a:lvl1pPr>
          </a:lstStyle>
          <a:p>
            <a:endParaRPr lang="id-ID"/>
          </a:p>
        </p:txBody>
      </p:sp>
      <p:sp>
        <p:nvSpPr>
          <p:cNvPr id="79" name="Parallelogram 78"/>
          <p:cNvSpPr/>
          <p:nvPr userDrawn="1"/>
        </p:nvSpPr>
        <p:spPr>
          <a:xfrm>
            <a:off x="8261216" y="990261"/>
            <a:ext cx="1216152" cy="914400"/>
          </a:xfrm>
          <a:prstGeom prst="parallelogram">
            <a:avLst>
              <a:gd name="adj" fmla="val 39583"/>
            </a:avLst>
          </a:prstGeom>
          <a:solidFill>
            <a:schemeClr val="bg2">
              <a:lumMod val="85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id-ID">
              <a:solidFill>
                <a:schemeClr val="tx1"/>
              </a:solidFill>
              <a:latin typeface="Raleway" panose="020B0604020202020204" charset="0"/>
            </a:endParaRPr>
          </a:p>
        </p:txBody>
      </p:sp>
      <p:sp>
        <p:nvSpPr>
          <p:cNvPr id="81" name="Parallelogram 80"/>
          <p:cNvSpPr/>
          <p:nvPr userDrawn="1"/>
        </p:nvSpPr>
        <p:spPr>
          <a:xfrm>
            <a:off x="952500" y="0"/>
            <a:ext cx="1216152" cy="914400"/>
          </a:xfrm>
          <a:prstGeom prst="parallelogram">
            <a:avLst>
              <a:gd name="adj" fmla="val 39583"/>
            </a:avLst>
          </a:prstGeom>
          <a:solidFill>
            <a:schemeClr val="bg2">
              <a:lumMod val="8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id-ID">
              <a:solidFill>
                <a:schemeClr val="tx1"/>
              </a:solidFill>
              <a:latin typeface="Raleway" panose="020B0604020202020204" charset="0"/>
            </a:endParaRPr>
          </a:p>
        </p:txBody>
      </p:sp>
      <p:sp>
        <p:nvSpPr>
          <p:cNvPr id="83" name="Parallelogram 82"/>
          <p:cNvSpPr/>
          <p:nvPr userDrawn="1"/>
        </p:nvSpPr>
        <p:spPr>
          <a:xfrm>
            <a:off x="9896856" y="2457450"/>
            <a:ext cx="709422" cy="533400"/>
          </a:xfrm>
          <a:prstGeom prst="parallelogram">
            <a:avLst>
              <a:gd name="adj" fmla="val 39583"/>
            </a:avLst>
          </a:prstGeom>
          <a:solidFill>
            <a:schemeClr val="bg2">
              <a:lumMod val="85000"/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id-ID">
              <a:solidFill>
                <a:schemeClr val="tx1"/>
              </a:solidFill>
              <a:latin typeface="Raleway" panose="020B060402020202020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with text /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7"/>
          <p:cNvSpPr>
            <a:spLocks noGrp="1"/>
          </p:cNvSpPr>
          <p:nvPr>
            <p:ph type="body" sz="quarter" idx="25" hasCustomPrompt="1"/>
          </p:nvPr>
        </p:nvSpPr>
        <p:spPr>
          <a:xfrm>
            <a:off x="907984" y="990600"/>
            <a:ext cx="920817" cy="4876800"/>
          </a:xfrm>
          <a:prstGeom prst="rect">
            <a:avLst/>
          </a:prstGeom>
          <a:noFill/>
        </p:spPr>
        <p:txBody>
          <a:bodyPr vert="vert270" wrap="none" lIns="0" tIns="0" rIns="0" bIns="91440" anchor="ctr" anchorCtr="0">
            <a:noAutofit/>
          </a:bodyPr>
          <a:lstStyle>
            <a:lvl1pPr marL="0" indent="0" algn="l">
              <a:buNone/>
              <a:defRPr sz="4000" b="1" i="0" spc="133" baseline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pPr lvl="0"/>
            <a:r>
              <a:rPr lang="es-ES_tradnl" dirty="0"/>
              <a:t>TITLE EXAMPLE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2438400" y="0"/>
            <a:ext cx="21336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Drag your picture here</a:t>
            </a:r>
          </a:p>
        </p:txBody>
      </p:sp>
      <p:sp>
        <p:nvSpPr>
          <p:cNvPr id="15" name="Marcador de texto 7"/>
          <p:cNvSpPr>
            <a:spLocks noGrp="1"/>
          </p:cNvSpPr>
          <p:nvPr>
            <p:ph type="body" sz="quarter" idx="26" hasCustomPrompt="1"/>
          </p:nvPr>
        </p:nvSpPr>
        <p:spPr>
          <a:xfrm>
            <a:off x="6381751" y="785457"/>
            <a:ext cx="2755754" cy="276935"/>
          </a:xfrm>
          <a:prstGeom prst="rect">
            <a:avLst/>
          </a:prstGeom>
          <a:solidFill>
            <a:schemeClr val="tx1"/>
          </a:solidFill>
        </p:spPr>
        <p:txBody>
          <a:bodyPr vert="horz" wrap="none" lIns="91440" tIns="45720" rIns="91440" bIns="45720" anchor="ctr">
            <a:spAutoFit/>
          </a:bodyPr>
          <a:lstStyle>
            <a:lvl1pPr marL="0" indent="0" algn="l">
              <a:buNone/>
              <a:defRPr sz="1335" b="1" i="0" spc="133" baseline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pPr lvl="0"/>
            <a:r>
              <a:rPr lang="es-ES_tradnl" dirty="0"/>
              <a:t>YOUR TITLE EXAMPLE HERE</a:t>
            </a:r>
          </a:p>
        </p:txBody>
      </p:sp>
      <p:sp>
        <p:nvSpPr>
          <p:cNvPr id="16" name="Marcador de texto 7"/>
          <p:cNvSpPr>
            <a:spLocks noGrp="1"/>
          </p:cNvSpPr>
          <p:nvPr>
            <p:ph type="body" sz="quarter" idx="27" hasCustomPrompt="1"/>
          </p:nvPr>
        </p:nvSpPr>
        <p:spPr>
          <a:xfrm>
            <a:off x="6381749" y="1076325"/>
            <a:ext cx="4876800" cy="914400"/>
          </a:xfrm>
          <a:prstGeom prst="rect">
            <a:avLst/>
          </a:prstGeom>
          <a:noFill/>
        </p:spPr>
        <p:txBody>
          <a:bodyPr vert="horz" wrap="none" lIns="0" tIns="91440" rIns="0" bIns="0" anchor="ctr" anchorCtr="0">
            <a:noAutofit/>
          </a:bodyPr>
          <a:lstStyle>
            <a:lvl1pPr marL="0" indent="0" algn="l">
              <a:buNone/>
              <a:defRPr sz="4000" b="1" i="0" baseline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pPr lvl="0"/>
            <a:r>
              <a:rPr lang="es-ES_tradnl" dirty="0"/>
              <a:t>TITLE EXAMPLE</a:t>
            </a:r>
          </a:p>
        </p:txBody>
      </p:sp>
      <p:sp>
        <p:nvSpPr>
          <p:cNvPr id="17" name="Marcador de texto 7"/>
          <p:cNvSpPr>
            <a:spLocks noGrp="1"/>
          </p:cNvSpPr>
          <p:nvPr>
            <p:ph type="body" sz="quarter" idx="28" hasCustomPrompt="1"/>
          </p:nvPr>
        </p:nvSpPr>
        <p:spPr>
          <a:xfrm>
            <a:off x="6381750" y="1990725"/>
            <a:ext cx="4876800" cy="304800"/>
          </a:xfrm>
          <a:prstGeom prst="rect">
            <a:avLst/>
          </a:prstGeom>
          <a:noFill/>
        </p:spPr>
        <p:txBody>
          <a:bodyPr vert="horz" lIns="0" tIns="0" rIns="0" bIns="0" anchor="ctr"/>
          <a:lstStyle>
            <a:lvl1pPr marL="0" indent="0" algn="l">
              <a:buNone/>
              <a:defRPr sz="2000" b="1" i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pPr lvl="0"/>
            <a:r>
              <a:rPr lang="es-ES_tradnl" dirty="0" err="1"/>
              <a:t>Your</a:t>
            </a:r>
            <a:r>
              <a:rPr lang="es-ES_tradnl" dirty="0"/>
              <a:t>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example</a:t>
            </a:r>
            <a:r>
              <a:rPr lang="es-ES_tradnl" dirty="0"/>
              <a:t> </a:t>
            </a:r>
            <a:r>
              <a:rPr lang="es-ES_tradnl" dirty="0" err="1"/>
              <a:t>here</a:t>
            </a:r>
            <a:endParaRPr lang="es-ES_tradnl" dirty="0"/>
          </a:p>
        </p:txBody>
      </p:sp>
      <p:sp>
        <p:nvSpPr>
          <p:cNvPr id="18" name="Marcador de texto 7"/>
          <p:cNvSpPr>
            <a:spLocks noGrp="1"/>
          </p:cNvSpPr>
          <p:nvPr>
            <p:ph type="body" sz="quarter" idx="29" hasCustomPrompt="1"/>
          </p:nvPr>
        </p:nvSpPr>
        <p:spPr>
          <a:xfrm>
            <a:off x="6400801" y="3124200"/>
            <a:ext cx="4876799" cy="221560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82880" rIns="182880" bIns="182880" anchor="t">
            <a:spAutoFit/>
          </a:bodyPr>
          <a:lstStyle>
            <a:lvl1pPr marL="0" indent="0" algn="l">
              <a:lnSpc>
                <a:spcPct val="150000"/>
              </a:lnSpc>
              <a:buNone/>
              <a:defRPr sz="1335" b="0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zuis</a:t>
            </a:r>
            <a:r>
              <a:rPr lang="en-US" dirty="0"/>
              <a:t> </a:t>
            </a:r>
            <a:r>
              <a:rPr lang="en-US" dirty="0" err="1"/>
              <a:t>apibus</a:t>
            </a:r>
            <a:r>
              <a:rPr lang="en-US" dirty="0"/>
              <a:t> </a:t>
            </a:r>
            <a:r>
              <a:rPr lang="en-US" dirty="0" err="1"/>
              <a:t>citae</a:t>
            </a:r>
            <a:r>
              <a:rPr lang="en-US" dirty="0"/>
              <a:t>, </a:t>
            </a:r>
            <a:r>
              <a:rPr lang="en-US" dirty="0" err="1"/>
              <a:t>ouismod</a:t>
            </a:r>
            <a:r>
              <a:rPr lang="en-US" dirty="0"/>
              <a:t> mon </a:t>
            </a:r>
            <a:r>
              <a:rPr lang="en-US" dirty="0" err="1"/>
              <a:t>iurus</a:t>
            </a:r>
            <a:r>
              <a:rPr lang="en-US" dirty="0"/>
              <a:t> </a:t>
            </a:r>
            <a:r>
              <a:rPr lang="en-US" dirty="0" err="1"/>
              <a:t>caecenas</a:t>
            </a:r>
            <a:r>
              <a:rPr lang="en-US" dirty="0"/>
              <a:t> </a:t>
            </a:r>
            <a:r>
              <a:rPr lang="en-US" dirty="0" err="1"/>
              <a:t>sut</a:t>
            </a:r>
            <a:r>
              <a:rPr lang="en-US" dirty="0"/>
              <a:t> </a:t>
            </a:r>
            <a:r>
              <a:rPr lang="en-US" dirty="0" err="1"/>
              <a:t>tacus</a:t>
            </a:r>
            <a:r>
              <a:rPr lang="en-US" dirty="0"/>
              <a:t> </a:t>
            </a:r>
            <a:r>
              <a:rPr lang="en-US" dirty="0" err="1"/>
              <a:t>unec</a:t>
            </a:r>
            <a:r>
              <a:rPr lang="en-US" dirty="0"/>
              <a:t> </a:t>
            </a:r>
            <a:r>
              <a:rPr lang="en-US" dirty="0" err="1"/>
              <a:t>dauris</a:t>
            </a:r>
            <a:r>
              <a:rPr lang="en-US" dirty="0"/>
              <a:t> </a:t>
            </a:r>
            <a:r>
              <a:rPr lang="en-US" dirty="0" err="1"/>
              <a:t>ifeugiat</a:t>
            </a:r>
            <a:r>
              <a:rPr lang="en-US" dirty="0"/>
              <a:t> </a:t>
            </a:r>
            <a:r>
              <a:rPr lang="en-US" dirty="0" err="1"/>
              <a:t>otristique</a:t>
            </a:r>
            <a:r>
              <a:rPr lang="en-US" dirty="0"/>
              <a:t> set in </a:t>
            </a:r>
            <a:r>
              <a:rPr lang="en-US" dirty="0" err="1"/>
              <a:t>metus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orem</a:t>
            </a:r>
            <a:r>
              <a:rPr lang="en-US" dirty="0"/>
              <a:t>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6BF97-F882-401B-9234-4D163AB314F2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128F-1026-4A53-AB9A-EE40316ABC3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_图片 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83"/>
          <a:stretch>
            <a:fillRect/>
          </a:stretch>
        </p:blipFill>
        <p:spPr>
          <a:xfrm>
            <a:off x="0" y="0"/>
            <a:ext cx="12192000" cy="6896746"/>
          </a:xfrm>
          <a:prstGeom prst="rect">
            <a:avLst/>
          </a:prstGeom>
        </p:spPr>
      </p:pic>
      <p:sp>
        <p:nvSpPr>
          <p:cNvPr id="3" name="PA_文本框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>
            <p:custDataLst>
              <p:tags r:id="rId2"/>
            </p:custDataLst>
          </p:nvPr>
        </p:nvSpPr>
        <p:spPr>
          <a:xfrm>
            <a:off x="3662481" y="2671773"/>
            <a:ext cx="486703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chemeClr val="accent1">
                    <a:lumMod val="75000"/>
                  </a:schemeClr>
                </a:solidFill>
                <a:latin typeface="Felix Titling" panose="04060505060202020A04" pitchFamily="82" charset="0"/>
              </a:rPr>
              <a:t>ReFind</a:t>
            </a:r>
            <a:endParaRPr lang="zh-CN" altLang="en-US" sz="8800" spc="600" dirty="0">
              <a:solidFill>
                <a:schemeClr val="accent1">
                  <a:lumMod val="75000"/>
                </a:schemeClr>
              </a:solidFill>
              <a:latin typeface="Felix Titling" panose="04060505060202020A04" pitchFamily="82" charset="0"/>
            </a:endParaRPr>
          </a:p>
        </p:txBody>
      </p:sp>
      <p:sp>
        <p:nvSpPr>
          <p:cNvPr id="5" name="PA_文本框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>
            <p:custDataLst>
              <p:tags r:id="rId3"/>
            </p:custDataLst>
          </p:nvPr>
        </p:nvSpPr>
        <p:spPr>
          <a:xfrm rot="16200000">
            <a:off x="5635307" y="1325439"/>
            <a:ext cx="923330" cy="153503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rPr>
              <a:t>2026</a:t>
            </a:r>
            <a:endParaRPr lang="zh-CN" altLang="en-US" sz="4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akuyoxingshu7000" panose="02000600000000000000" pitchFamily="2" charset="-122"/>
              <a:ea typeface="hakuyoxingshu7000" panose="02000600000000000000" pitchFamily="2" charset="-122"/>
              <a:cs typeface="hakuyoxingshu7000" panose="02000600000000000000" pitchFamily="2" charset="-122"/>
            </a:endParaRPr>
          </a:p>
        </p:txBody>
      </p:sp>
      <p:sp>
        <p:nvSpPr>
          <p:cNvPr id="6" name="PA_文本框 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>
            <p:custDataLst>
              <p:tags r:id="rId4"/>
            </p:custDataLst>
          </p:nvPr>
        </p:nvSpPr>
        <p:spPr>
          <a:xfrm>
            <a:off x="3394363" y="4118323"/>
            <a:ext cx="5403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锐字云字库细圆体1.0" panose="02010604000000000000" pitchFamily="2" charset="-122"/>
                <a:ea typeface="微软雅黑 Light" panose="02010604000000000000" pitchFamily="2" charset="-122"/>
              </a:rPr>
              <a:t>智能失物找回 · 商业计划汇报</a:t>
            </a:r>
            <a:endParaRPr lang="zh-CN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锐字云字库细圆体1.0" panose="02010604000000000000" pitchFamily="2" charset="-122"/>
              <a:ea typeface="锐字云字库细圆体1.0" panose="02010604000000000000" pitchFamily="2" charset="-122"/>
            </a:endParaRPr>
          </a:p>
        </p:txBody>
      </p:sp>
      <p:sp>
        <p:nvSpPr>
          <p:cNvPr id="7" name="PA_圆角矩形 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>
            <p:custDataLst>
              <p:tags r:id="rId5"/>
            </p:custDataLst>
          </p:nvPr>
        </p:nvSpPr>
        <p:spPr>
          <a:xfrm>
            <a:off x="5251342" y="5780866"/>
            <a:ext cx="1689316" cy="402957"/>
          </a:xfrm>
          <a:prstGeom prst="roundRect">
            <a:avLst>
              <a:gd name="adj" fmla="val 33908"/>
            </a:avLst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A_文本框 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>
            <p:custDataLst>
              <p:tags r:id="rId6"/>
            </p:custDataLst>
          </p:nvPr>
        </p:nvSpPr>
        <p:spPr>
          <a:xfrm>
            <a:off x="3471855" y="5820552"/>
            <a:ext cx="5403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锐字云字库细圆体1.0" panose="02010604000000000000" pitchFamily="2" charset="-122"/>
                <a:ea typeface="微软雅黑 Light" panose="02010604000000000000" pitchFamily="2" charset="-122"/>
              </a:rPr>
              <a:t>一张照片，校园帮你找回 →</a:t>
            </a:r>
          </a:p>
        </p:txBody>
      </p:sp>
      <p:sp>
        <p:nvSpPr>
          <p:cNvPr id="4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68263"/>
            <a:ext cx="12192000" cy="722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728395" y="706444"/>
            <a:ext cx="40263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chemeClr val="accent1"/>
                </a:solidFill>
                <a:latin typeface="Felix Titling" panose="04060505060202020A04" pitchFamily="82" charset="0"/>
              </a:rPr>
              <a:t>CONTENTS.</a:t>
            </a:r>
            <a:endParaRPr lang="zh-CN" altLang="en-US" sz="5400" b="1" dirty="0">
              <a:solidFill>
                <a:schemeClr val="accent1"/>
              </a:solidFill>
              <a:latin typeface="Felix Titling" panose="04060505060202020A04" pitchFamily="82" charset="0"/>
            </a:endParaRPr>
          </a:p>
        </p:txBody>
      </p:sp>
      <p:sp>
        <p:nvSpPr>
          <p:cNvPr id="8" name="文本框 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796955" y="3429000"/>
            <a:ext cx="1388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PART ONE</a:t>
            </a:r>
            <a:endParaRPr lang="zh-CN" altLang="en-US" sz="2000" dirty="0"/>
          </a:p>
        </p:txBody>
      </p:sp>
      <p:sp>
        <p:nvSpPr>
          <p:cNvPr id="9" name="文本框 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4085180" y="3429000"/>
            <a:ext cx="12874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PART TWO</a:t>
            </a:r>
            <a:endParaRPr lang="zh-CN" altLang="en-US" sz="2000" dirty="0"/>
          </a:p>
        </p:txBody>
      </p:sp>
      <p:sp>
        <p:nvSpPr>
          <p:cNvPr id="10" name="文本框 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6962312" y="3429000"/>
            <a:ext cx="14424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PART THREE</a:t>
            </a:r>
            <a:endParaRPr lang="zh-CN" altLang="en-US" sz="2000" dirty="0"/>
          </a:p>
        </p:txBody>
      </p:sp>
      <p:sp>
        <p:nvSpPr>
          <p:cNvPr id="11" name="文本框 1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10131192" y="3429000"/>
            <a:ext cx="1358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PART FOUR</a:t>
            </a:r>
            <a:endParaRPr lang="zh-CN" altLang="en-US" sz="2000" dirty="0"/>
          </a:p>
        </p:txBody>
      </p:sp>
      <p:sp>
        <p:nvSpPr>
          <p:cNvPr id="12" name="文本框 1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468640" y="3785658"/>
            <a:ext cx="2134264" cy="894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Source Sans Pro" charset="0"/>
              </a:rPr>
              <a:t>问题与机会：失物几乎回不到主人手里，现有渠道全是被动的。</a:t>
            </a:r>
            <a:endParaRPr lang="zh-CN" altLang="en-US" sz="1200" dirty="0"/>
          </a:p>
        </p:txBody>
      </p:sp>
      <p:sp>
        <p:nvSpPr>
          <p:cNvPr id="13" name="文本框 1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3458630" y="3860324"/>
            <a:ext cx="2435912" cy="894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Source Sans Pro" charset="0"/>
              </a:rPr>
              <a:t>产品与技术：拍照上报、自动匹配、私密验证、托管赏金的六步闭环。</a:t>
            </a:r>
            <a:endParaRPr lang="zh-CN" altLang="en-US" sz="1200" dirty="0"/>
          </a:p>
        </p:txBody>
      </p:sp>
      <p:sp>
        <p:nvSpPr>
          <p:cNvPr id="14" name="文本框 1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6353682" y="3860324"/>
            <a:ext cx="2435912" cy="894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Source Sans Pro" charset="0"/>
              </a:rPr>
              <a:t>市场与商业模式：校园切入，个人永久免费，机构订阅付费。</a:t>
            </a:r>
            <a:endParaRPr lang="zh-CN" altLang="en-US" sz="1200" dirty="0"/>
          </a:p>
        </p:txBody>
      </p:sp>
      <p:sp>
        <p:nvSpPr>
          <p:cNvPr id="15" name="文本框 1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9692754" y="3845810"/>
            <a:ext cx="2090631" cy="894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Source Sans Pro" charset="0"/>
              </a:rPr>
              <a:t>路线图与指标：8 个月跑通旗舰校园试点，第二年转付费；并交代团队分工与风险应对。</a:t>
            </a:r>
            <a:endParaRPr lang="zh-CN" altLang="en-US" sz="1200" dirty="0"/>
          </a:p>
        </p:txBody>
      </p:sp>
      <p:pic>
        <p:nvPicPr>
          <p:cNvPr id="4" name="图片 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ChangeAspect="1"/>
          </p:cNvPicPr>
          <p:nvPr/>
        </p:nvPicPr>
        <p:blipFill rotWithShape="1">
          <a:blip r:embed="rId4"/>
          <a:srcRect b="51968"/>
          <a:stretch>
            <a:fillRect/>
          </a:stretch>
        </p:blipFill>
        <p:spPr>
          <a:xfrm>
            <a:off x="0" y="2149630"/>
            <a:ext cx="12192000" cy="1229001"/>
          </a:xfrm>
          <a:prstGeom prst="rect">
            <a:avLst/>
          </a:prstGeom>
        </p:spPr>
      </p:pic>
      <p:sp>
        <p:nvSpPr>
          <p:cNvPr id="16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48"/>
          <a:stretch>
            <a:fillRect/>
          </a:stretch>
        </p:blipFill>
        <p:spPr>
          <a:xfrm rot="16200000">
            <a:off x="2614340" y="-2724830"/>
            <a:ext cx="6858000" cy="12307659"/>
          </a:xfrm>
          <a:prstGeom prst="rect">
            <a:avLst/>
          </a:prstGeom>
        </p:spPr>
      </p:pic>
      <p:sp>
        <p:nvSpPr>
          <p:cNvPr id="3" name="文本框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542415" y="2907203"/>
            <a:ext cx="623670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spc="600" dirty="0">
                <a:solidFill>
                  <a:schemeClr val="accent1">
                    <a:lumMod val="75000"/>
                  </a:schemeClr>
                </a:solidFill>
                <a:latin typeface="Felix Titling" panose="04060505060202020A04" pitchFamily="82" charset="0"/>
              </a:rPr>
              <a:t>Part ONE</a:t>
            </a:r>
            <a:endParaRPr lang="zh-CN" altLang="en-US" sz="8800" spc="600" dirty="0">
              <a:solidFill>
                <a:schemeClr val="accent1">
                  <a:lumMod val="75000"/>
                </a:schemeClr>
              </a:solidFill>
              <a:latin typeface="Felix Titling" panose="04060505060202020A04" pitchFamily="82" charset="0"/>
            </a:endParaRPr>
          </a:p>
        </p:txBody>
      </p:sp>
      <p:sp>
        <p:nvSpPr>
          <p:cNvPr id="4" name="文本框 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 rot="16200000">
            <a:off x="846974" y="2028135"/>
            <a:ext cx="923330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rPr>
              <a:t>01.</a:t>
            </a:r>
            <a:endParaRPr lang="zh-CN" altLang="en-US" sz="4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akuyoxingshu7000" panose="02000600000000000000" pitchFamily="2" charset="-122"/>
              <a:ea typeface="hakuyoxingshu7000" panose="02000600000000000000" pitchFamily="2" charset="-122"/>
              <a:cs typeface="hakuyoxingshu7000" panose="02000600000000000000" pitchFamily="2" charset="-122"/>
            </a:endParaRPr>
          </a:p>
        </p:txBody>
      </p:sp>
      <p:sp>
        <p:nvSpPr>
          <p:cNvPr id="5" name="文本框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542415" y="4319801"/>
            <a:ext cx="5403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锐字云字库细圆体1.0" panose="02010604000000000000" pitchFamily="2" charset="-122"/>
                <a:ea typeface="微软雅黑 Light" panose="02010604000000000000" pitchFamily="2" charset="-122"/>
              </a:rPr>
              <a:t>问题与机会 · The Problem</a:t>
            </a:r>
            <a:endParaRPr lang="zh-CN" altLang="en-US" sz="240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锐字云字库细圆体1.0" panose="02010604000000000000" pitchFamily="2" charset="-122"/>
              <a:ea typeface="锐字云字库细圆体1.0" panose="02010604000000000000" pitchFamily="2" charset="-122"/>
            </a:endParaRPr>
          </a:p>
        </p:txBody>
      </p:sp>
      <p:sp>
        <p:nvSpPr>
          <p:cNvPr id="6" name="圆角矩形 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617349" y="5176433"/>
            <a:ext cx="1689316" cy="402957"/>
          </a:xfrm>
          <a:prstGeom prst="roundRect">
            <a:avLst>
              <a:gd name="adj" fmla="val 33908"/>
            </a:avLst>
          </a:prstGeom>
          <a:noFill/>
          <a:ln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-1162138" y="5216119"/>
            <a:ext cx="540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锐字云字库细圆体1.0" panose="02010604000000000000" pitchFamily="2" charset="-122"/>
                <a:ea typeface="微软雅黑 Light" panose="02010604000000000000" pitchFamily="2" charset="-122"/>
              </a:rPr>
              <a:t>为什么失物回不了家 →</a:t>
            </a:r>
          </a:p>
        </p:txBody>
      </p:sp>
      <p:sp>
        <p:nvSpPr>
          <p:cNvPr id="8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539064" y="834208"/>
            <a:ext cx="3758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-100" dirty="0">
                <a:solidFill>
                  <a:schemeClr val="accent1"/>
                </a:solidFill>
                <a:latin typeface="Felix Titling" panose="04060505060202020A04" pitchFamily="82" charset="0"/>
                <a:ea typeface="Roboto Black" panose="02000000000000000000" pitchFamily="2" charset="0"/>
                <a:cs typeface="Arial" panose="020B0604020202020204" pitchFamily="34" charset="0"/>
              </a:rPr>
              <a:t>THE PROBLEM</a:t>
            </a:r>
          </a:p>
        </p:txBody>
      </p:sp>
      <p:pic>
        <p:nvPicPr>
          <p:cNvPr id="11" name="图片占位符 1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5" r="18595"/>
          <a:stretch>
            <a:fillRect/>
          </a:stretch>
        </p:blipFill>
        <p:spPr/>
      </p:pic>
      <p:sp>
        <p:nvSpPr>
          <p:cNvPr id="18" name="TextBox 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 flipH="1">
            <a:off x="699287" y="4401309"/>
            <a:ext cx="3612777" cy="16582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5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每年有大量手机、钥匙、证件、笔记本电脑、水杯、耳机在校园、商场、公共交通和大型活动中遗失。但现有的失物认领服务几乎全是被动的：丢东西的人要翻遍无人认领的堆积物，或者在社交群里刷几十条无关帖子；捡到东西的人，往往根本没有办法联系到主人。结果就是归还率极低、用户沮丧，而校园保卫处和服务台还要承担大量手工工作。</a:t>
            </a:r>
          </a:p>
        </p:txBody>
      </p:sp>
      <p:grpSp>
        <p:nvGrpSpPr>
          <p:cNvPr id="22" name="Group 1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688668" y="3892914"/>
            <a:ext cx="597666" cy="147918"/>
            <a:chOff x="1237129" y="4625788"/>
            <a:chExt cx="597666" cy="147918"/>
          </a:xfrm>
        </p:grpSpPr>
        <p:sp>
          <p:nvSpPr>
            <p:cNvPr id="23" name="Oval 12"/>
            <p:cNvSpPr/>
            <p:nvPr/>
          </p:nvSpPr>
          <p:spPr>
            <a:xfrm>
              <a:off x="1237129" y="4625788"/>
              <a:ext cx="147918" cy="1479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Oval 13"/>
            <p:cNvSpPr/>
            <p:nvPr/>
          </p:nvSpPr>
          <p:spPr>
            <a:xfrm>
              <a:off x="1462003" y="4625788"/>
              <a:ext cx="147918" cy="14791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Oval 14"/>
            <p:cNvSpPr/>
            <p:nvPr/>
          </p:nvSpPr>
          <p:spPr>
            <a:xfrm>
              <a:off x="1686877" y="4625788"/>
              <a:ext cx="147918" cy="14791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26" name="TextBox 1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706956" y="1722617"/>
            <a:ext cx="1092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i="1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Lato Medium" panose="020F0502020204030203" pitchFamily="34" charset="0"/>
              </a:rPr>
              <a:t>PART ONE</a:t>
            </a:r>
          </a:p>
        </p:txBody>
      </p:sp>
      <p:pic>
        <p:nvPicPr>
          <p:cNvPr id="5124" name="Picture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1EFF0"/>
              </a:clrFrom>
              <a:clrTo>
                <a:srgbClr val="F1EF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56" b="31022"/>
          <a:stretch>
            <a:fillRect/>
          </a:stretch>
        </p:blipFill>
        <p:spPr bwMode="auto">
          <a:xfrm>
            <a:off x="631063" y="2148683"/>
            <a:ext cx="2971673" cy="1088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575641" y="815920"/>
            <a:ext cx="34477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000" b="1" spc="-100">
                <a:solidFill>
                  <a:schemeClr val="accent1"/>
                </a:solidFill>
                <a:latin typeface="Felix Titling" panose="04060505060202020A04" pitchFamily="82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THREE GAPS</a:t>
            </a:r>
          </a:p>
        </p:txBody>
      </p:sp>
      <p:pic>
        <p:nvPicPr>
          <p:cNvPr id="4" name="图片 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" y="2423224"/>
            <a:ext cx="969264" cy="969264"/>
          </a:xfrm>
          <a:prstGeom prst="rect">
            <a:avLst/>
          </a:prstGeom>
        </p:spPr>
      </p:pic>
      <p:pic>
        <p:nvPicPr>
          <p:cNvPr id="14" name="图片 1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3" y="3720977"/>
            <a:ext cx="1049015" cy="1049015"/>
          </a:xfrm>
          <a:prstGeom prst="rect">
            <a:avLst/>
          </a:prstGeom>
        </p:spPr>
      </p:pic>
      <p:pic>
        <p:nvPicPr>
          <p:cNvPr id="6" name="图片占位符 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02" b="14602"/>
          <a:stretch>
            <a:fillRect/>
          </a:stretch>
        </p:blipFill>
        <p:spPr/>
      </p:pic>
      <p:pic>
        <p:nvPicPr>
          <p:cNvPr id="7" name="图片 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59" y="5009205"/>
            <a:ext cx="940109" cy="940109"/>
          </a:xfrm>
          <a:prstGeom prst="rect">
            <a:avLst/>
          </a:prstGeom>
        </p:spPr>
      </p:pic>
      <p:sp>
        <p:nvSpPr>
          <p:cNvPr id="9" name="Rectangle 3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1526849" y="2579958"/>
            <a:ext cx="3301183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3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没有自动匹配</a:t>
            </a:r>
          </a:p>
          <a:p>
            <a:pPr>
              <a:lnSpc>
                <a:spcPct val="130000"/>
              </a:lnSpc>
            </a:pPr>
            <a:r>
              <a:rPr lang="en-US" sz="105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没有人把同一件物品的“丢失”和“捡到”两条记录连起来，搜索的负担全压在已经倒霉的那个人身上。</a:t>
            </a:r>
          </a:p>
        </p:txBody>
      </p:sp>
      <p:sp>
        <p:nvSpPr>
          <p:cNvPr id="10" name="Rectangle 3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1514657" y="3793062"/>
            <a:ext cx="3301183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3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没有信任层</a:t>
            </a:r>
          </a:p>
          <a:p>
            <a:pPr>
              <a:lnSpc>
                <a:spcPct val="130000"/>
              </a:lnSpc>
            </a:pPr>
            <a:r>
              <a:rPr lang="en-US" sz="105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任何人都可以声称“那是我的手机”，无法验证。所以捡到东西的人有理由不敢交出去。</a:t>
            </a:r>
          </a:p>
        </p:txBody>
      </p:sp>
      <p:sp>
        <p:nvSpPr>
          <p:cNvPr id="11" name="Rectangle 3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1587809" y="5054934"/>
            <a:ext cx="3301183" cy="81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3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机构没有工具</a:t>
            </a:r>
          </a:p>
          <a:p>
            <a:pPr>
              <a:lnSpc>
                <a:spcPct val="130000"/>
              </a:lnSpc>
            </a:pPr>
            <a:r>
              <a:rPr lang="en-US" sz="105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校园、商场、交通运营方每月处理数百件物品，却只有表格和纸质记录，没有看板、没有分析、没有接口。</a:t>
            </a:r>
          </a:p>
        </p:txBody>
      </p:sp>
      <p:grpSp>
        <p:nvGrpSpPr>
          <p:cNvPr id="12" name="Group 1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811217" y="2233797"/>
            <a:ext cx="597666" cy="147918"/>
            <a:chOff x="1237129" y="4625788"/>
            <a:chExt cx="597666" cy="147918"/>
          </a:xfrm>
        </p:grpSpPr>
        <p:sp>
          <p:nvSpPr>
            <p:cNvPr id="13" name="Oval 12"/>
            <p:cNvSpPr/>
            <p:nvPr/>
          </p:nvSpPr>
          <p:spPr>
            <a:xfrm>
              <a:off x="1237129" y="4625788"/>
              <a:ext cx="147918" cy="14791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Oval 13"/>
            <p:cNvSpPr/>
            <p:nvPr/>
          </p:nvSpPr>
          <p:spPr>
            <a:xfrm>
              <a:off x="1462003" y="4625788"/>
              <a:ext cx="147918" cy="14791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Oval 14"/>
            <p:cNvSpPr/>
            <p:nvPr/>
          </p:nvSpPr>
          <p:spPr>
            <a:xfrm>
              <a:off x="1686877" y="4625788"/>
              <a:ext cx="147918" cy="1479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17" name="TextBox 1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706956" y="1722617"/>
            <a:ext cx="10920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i="1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Lato Medium" panose="020F0502020204030203" pitchFamily="34" charset="0"/>
              </a:rPr>
              <a:t>PART ONE</a:t>
            </a:r>
          </a:p>
        </p:txBody>
      </p:sp>
      <p:sp>
        <p:nvSpPr>
          <p:cNvPr id="2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7608193" y="1403388"/>
            <a:ext cx="4222266" cy="4051224"/>
          </a:xfrm>
          <a:prstGeom prst="rect">
            <a:avLst/>
          </a:prstGeom>
          <a:noFill/>
          <a:ln w="38100">
            <a:solidFill>
              <a:schemeClr val="bg1">
                <a:lumMod val="75000"/>
                <a:alpha val="1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7264400" y="3403600"/>
            <a:ext cx="4927600" cy="1744132"/>
          </a:xfrm>
          <a:prstGeom prst="rect">
            <a:avLst/>
          </a:prstGeom>
          <a:ln>
            <a:noFill/>
          </a:ln>
          <a:effectLst>
            <a:outerShdw blurRad="127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5801453" y="2542116"/>
            <a:ext cx="3613480" cy="3467100"/>
          </a:xfrm>
          <a:prstGeom prst="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6177327" y="2844800"/>
            <a:ext cx="2861733" cy="28617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27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文本框 1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6392230" y="3439625"/>
            <a:ext cx="23883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spc="600" dirty="0">
                <a:solidFill>
                  <a:schemeClr val="accent1">
                    <a:lumMod val="75000"/>
                  </a:schemeClr>
                </a:solidFill>
                <a:latin typeface="Felix Titling" panose="04060505060202020A04" pitchFamily="82" charset="0"/>
              </a:rPr>
              <a:t>Part TWO</a:t>
            </a:r>
            <a:endParaRPr lang="zh-CN" altLang="en-US" sz="4800" spc="600" dirty="0">
              <a:solidFill>
                <a:schemeClr val="accent1">
                  <a:lumMod val="75000"/>
                </a:schemeClr>
              </a:solidFill>
              <a:latin typeface="Felix Titling" panose="04060505060202020A04" pitchFamily="82" charset="0"/>
            </a:endParaRPr>
          </a:p>
        </p:txBody>
      </p:sp>
      <p:sp>
        <p:nvSpPr>
          <p:cNvPr id="13" name="文本框 1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 rot="16200000">
            <a:off x="6520944" y="2602566"/>
            <a:ext cx="923330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48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rPr>
              <a:t>02.</a:t>
            </a:r>
            <a:endParaRPr lang="zh-CN" altLang="en-US" sz="480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akuyoxingshu7000" panose="02000600000000000000" pitchFamily="2" charset="-122"/>
              <a:ea typeface="hakuyoxingshu7000" panose="02000600000000000000" pitchFamily="2" charset="-122"/>
              <a:cs typeface="hakuyoxingshu7000" panose="02000600000000000000" pitchFamily="2" charset="-122"/>
            </a:endParaRPr>
          </a:p>
        </p:txBody>
      </p:sp>
      <p:sp>
        <p:nvSpPr>
          <p:cNvPr id="14" name="文本框 1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6368784" y="5011463"/>
            <a:ext cx="26110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锐字云字库细圆体1.0" panose="02010604000000000000" pitchFamily="2" charset="-122"/>
                <a:ea typeface="微软雅黑 Light" panose="02010604000000000000" pitchFamily="2" charset="-122"/>
              </a:rPr>
              <a:t>产品与技术 · The Product</a:t>
            </a:r>
            <a:endParaRPr lang="zh-CN" altLang="en-US" sz="16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锐字云字库细圆体1.0" panose="02010604000000000000" pitchFamily="2" charset="-122"/>
              <a:ea typeface="锐字云字库细圆体1.0" panose="02010604000000000000" pitchFamily="2" charset="-122"/>
            </a:endParaRPr>
          </a:p>
        </p:txBody>
      </p:sp>
      <p:sp>
        <p:nvSpPr>
          <p:cNvPr id="2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8956219" y="757252"/>
            <a:ext cx="30313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chemeClr val="accent1"/>
                </a:solidFill>
                <a:latin typeface="Felix Titling" panose="04060505060202020A04" pitchFamily="82" charset="0"/>
              </a:rPr>
              <a:t>THE LOOP.</a:t>
            </a:r>
            <a:endParaRPr lang="zh-CN" altLang="en-US" sz="4000" b="1" dirty="0">
              <a:solidFill>
                <a:schemeClr val="accent1"/>
              </a:solidFill>
              <a:latin typeface="Felix Titling" panose="04060505060202020A04" pitchFamily="82" charset="0"/>
            </a:endParaRPr>
          </a:p>
        </p:txBody>
      </p:sp>
      <p:sp>
        <p:nvSpPr>
          <p:cNvPr id="4" name="Rectangle 3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6624907" y="2339893"/>
            <a:ext cx="2406386" cy="1112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 拍照上报</a:t>
            </a:r>
          </a:p>
          <a:p>
            <a:pPr>
              <a:lnSpc>
                <a:spcPct val="130000"/>
              </a:lnSpc>
            </a:pPr>
            <a:r>
              <a:rPr 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上传照片、选类别，时间和地点由 GPS 自动填好，一分钟内完成。</a:t>
            </a:r>
          </a:p>
        </p:txBody>
      </p:sp>
      <p:sp>
        <p:nvSpPr>
          <p:cNvPr id="5" name="Freeform 8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EditPoints="1"/>
          </p:cNvSpPr>
          <p:nvPr/>
        </p:nvSpPr>
        <p:spPr bwMode="auto">
          <a:xfrm>
            <a:off x="6096000" y="2473035"/>
            <a:ext cx="332933" cy="298491"/>
          </a:xfrm>
          <a:custGeom>
            <a:avLst/>
            <a:gdLst>
              <a:gd name="T0" fmla="*/ 116 w 400"/>
              <a:gd name="T1" fmla="*/ 224 h 360"/>
              <a:gd name="T2" fmla="*/ 116 w 400"/>
              <a:gd name="T3" fmla="*/ 100 h 360"/>
              <a:gd name="T4" fmla="*/ 40 w 400"/>
              <a:gd name="T5" fmla="*/ 100 h 360"/>
              <a:gd name="T6" fmla="*/ 0 w 400"/>
              <a:gd name="T7" fmla="*/ 140 h 360"/>
              <a:gd name="T8" fmla="*/ 0 w 400"/>
              <a:gd name="T9" fmla="*/ 260 h 360"/>
              <a:gd name="T10" fmla="*/ 40 w 400"/>
              <a:gd name="T11" fmla="*/ 300 h 360"/>
              <a:gd name="T12" fmla="*/ 60 w 400"/>
              <a:gd name="T13" fmla="*/ 300 h 360"/>
              <a:gd name="T14" fmla="*/ 60 w 400"/>
              <a:gd name="T15" fmla="*/ 360 h 360"/>
              <a:gd name="T16" fmla="*/ 120 w 400"/>
              <a:gd name="T17" fmla="*/ 300 h 360"/>
              <a:gd name="T18" fmla="*/ 220 w 400"/>
              <a:gd name="T19" fmla="*/ 300 h 360"/>
              <a:gd name="T20" fmla="*/ 260 w 400"/>
              <a:gd name="T21" fmla="*/ 260 h 360"/>
              <a:gd name="T22" fmla="*/ 260 w 400"/>
              <a:gd name="T23" fmla="*/ 223 h 360"/>
              <a:gd name="T24" fmla="*/ 256 w 400"/>
              <a:gd name="T25" fmla="*/ 224 h 360"/>
              <a:gd name="T26" fmla="*/ 116 w 400"/>
              <a:gd name="T27" fmla="*/ 224 h 360"/>
              <a:gd name="T28" fmla="*/ 360 w 400"/>
              <a:gd name="T29" fmla="*/ 0 h 360"/>
              <a:gd name="T30" fmla="*/ 180 w 400"/>
              <a:gd name="T31" fmla="*/ 0 h 360"/>
              <a:gd name="T32" fmla="*/ 140 w 400"/>
              <a:gd name="T33" fmla="*/ 40 h 360"/>
              <a:gd name="T34" fmla="*/ 140 w 400"/>
              <a:gd name="T35" fmla="*/ 200 h 360"/>
              <a:gd name="T36" fmla="*/ 280 w 400"/>
              <a:gd name="T37" fmla="*/ 200 h 360"/>
              <a:gd name="T38" fmla="*/ 340 w 400"/>
              <a:gd name="T39" fmla="*/ 260 h 360"/>
              <a:gd name="T40" fmla="*/ 340 w 400"/>
              <a:gd name="T41" fmla="*/ 200 h 360"/>
              <a:gd name="T42" fmla="*/ 360 w 400"/>
              <a:gd name="T43" fmla="*/ 200 h 360"/>
              <a:gd name="T44" fmla="*/ 400 w 400"/>
              <a:gd name="T45" fmla="*/ 160 h 360"/>
              <a:gd name="T46" fmla="*/ 400 w 400"/>
              <a:gd name="T47" fmla="*/ 40 h 360"/>
              <a:gd name="T48" fmla="*/ 360 w 400"/>
              <a:gd name="T49" fmla="*/ 0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00" h="360">
                <a:moveTo>
                  <a:pt x="116" y="224"/>
                </a:moveTo>
                <a:cubicBezTo>
                  <a:pt x="116" y="100"/>
                  <a:pt x="116" y="100"/>
                  <a:pt x="116" y="100"/>
                </a:cubicBezTo>
                <a:cubicBezTo>
                  <a:pt x="40" y="100"/>
                  <a:pt x="40" y="100"/>
                  <a:pt x="40" y="100"/>
                </a:cubicBezTo>
                <a:cubicBezTo>
                  <a:pt x="18" y="100"/>
                  <a:pt x="0" y="118"/>
                  <a:pt x="0" y="140"/>
                </a:cubicBezTo>
                <a:cubicBezTo>
                  <a:pt x="0" y="260"/>
                  <a:pt x="0" y="260"/>
                  <a:pt x="0" y="260"/>
                </a:cubicBezTo>
                <a:cubicBezTo>
                  <a:pt x="0" y="282"/>
                  <a:pt x="18" y="300"/>
                  <a:pt x="40" y="300"/>
                </a:cubicBezTo>
                <a:cubicBezTo>
                  <a:pt x="60" y="300"/>
                  <a:pt x="60" y="300"/>
                  <a:pt x="60" y="300"/>
                </a:cubicBezTo>
                <a:cubicBezTo>
                  <a:pt x="60" y="360"/>
                  <a:pt x="60" y="360"/>
                  <a:pt x="60" y="360"/>
                </a:cubicBezTo>
                <a:cubicBezTo>
                  <a:pt x="120" y="300"/>
                  <a:pt x="120" y="300"/>
                  <a:pt x="120" y="300"/>
                </a:cubicBezTo>
                <a:cubicBezTo>
                  <a:pt x="220" y="300"/>
                  <a:pt x="220" y="300"/>
                  <a:pt x="220" y="300"/>
                </a:cubicBezTo>
                <a:cubicBezTo>
                  <a:pt x="242" y="300"/>
                  <a:pt x="260" y="282"/>
                  <a:pt x="260" y="260"/>
                </a:cubicBezTo>
                <a:cubicBezTo>
                  <a:pt x="260" y="223"/>
                  <a:pt x="260" y="223"/>
                  <a:pt x="260" y="223"/>
                </a:cubicBezTo>
                <a:cubicBezTo>
                  <a:pt x="258" y="224"/>
                  <a:pt x="257" y="224"/>
                  <a:pt x="256" y="224"/>
                </a:cubicBezTo>
                <a:lnTo>
                  <a:pt x="116" y="224"/>
                </a:lnTo>
                <a:close/>
                <a:moveTo>
                  <a:pt x="360" y="0"/>
                </a:moveTo>
                <a:cubicBezTo>
                  <a:pt x="180" y="0"/>
                  <a:pt x="180" y="0"/>
                  <a:pt x="180" y="0"/>
                </a:cubicBezTo>
                <a:cubicBezTo>
                  <a:pt x="158" y="0"/>
                  <a:pt x="140" y="18"/>
                  <a:pt x="140" y="40"/>
                </a:cubicBezTo>
                <a:cubicBezTo>
                  <a:pt x="140" y="200"/>
                  <a:pt x="140" y="200"/>
                  <a:pt x="140" y="200"/>
                </a:cubicBezTo>
                <a:cubicBezTo>
                  <a:pt x="280" y="200"/>
                  <a:pt x="280" y="200"/>
                  <a:pt x="280" y="200"/>
                </a:cubicBezTo>
                <a:cubicBezTo>
                  <a:pt x="340" y="260"/>
                  <a:pt x="340" y="260"/>
                  <a:pt x="340" y="260"/>
                </a:cubicBezTo>
                <a:cubicBezTo>
                  <a:pt x="340" y="200"/>
                  <a:pt x="340" y="200"/>
                  <a:pt x="340" y="200"/>
                </a:cubicBezTo>
                <a:cubicBezTo>
                  <a:pt x="360" y="200"/>
                  <a:pt x="360" y="200"/>
                  <a:pt x="360" y="200"/>
                </a:cubicBezTo>
                <a:cubicBezTo>
                  <a:pt x="382" y="200"/>
                  <a:pt x="400" y="182"/>
                  <a:pt x="400" y="160"/>
                </a:cubicBezTo>
                <a:cubicBezTo>
                  <a:pt x="400" y="40"/>
                  <a:pt x="400" y="40"/>
                  <a:pt x="400" y="40"/>
                </a:cubicBezTo>
                <a:cubicBezTo>
                  <a:pt x="400" y="18"/>
                  <a:pt x="382" y="0"/>
                  <a:pt x="3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AU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Freeform 13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EditPoints="1"/>
          </p:cNvSpPr>
          <p:nvPr/>
        </p:nvSpPr>
        <p:spPr bwMode="auto">
          <a:xfrm>
            <a:off x="6179445" y="3884731"/>
            <a:ext cx="338671" cy="255441"/>
          </a:xfrm>
          <a:custGeom>
            <a:avLst/>
            <a:gdLst>
              <a:gd name="T0" fmla="*/ 69 w 406"/>
              <a:gd name="T1" fmla="*/ 199 h 306"/>
              <a:gd name="T2" fmla="*/ 129 w 406"/>
              <a:gd name="T3" fmla="*/ 270 h 306"/>
              <a:gd name="T4" fmla="*/ 203 w 406"/>
              <a:gd name="T5" fmla="*/ 306 h 306"/>
              <a:gd name="T6" fmla="*/ 275 w 406"/>
              <a:gd name="T7" fmla="*/ 272 h 306"/>
              <a:gd name="T8" fmla="*/ 313 w 406"/>
              <a:gd name="T9" fmla="*/ 212 h 306"/>
              <a:gd name="T10" fmla="*/ 203 w 406"/>
              <a:gd name="T11" fmla="*/ 266 h 306"/>
              <a:gd name="T12" fmla="*/ 69 w 406"/>
              <a:gd name="T13" fmla="*/ 199 h 306"/>
              <a:gd name="T14" fmla="*/ 393 w 406"/>
              <a:gd name="T15" fmla="*/ 101 h 306"/>
              <a:gd name="T16" fmla="*/ 226 w 406"/>
              <a:gd name="T17" fmla="*/ 7 h 306"/>
              <a:gd name="T18" fmla="*/ 179 w 406"/>
              <a:gd name="T19" fmla="*/ 7 h 306"/>
              <a:gd name="T20" fmla="*/ 13 w 406"/>
              <a:gd name="T21" fmla="*/ 101 h 306"/>
              <a:gd name="T22" fmla="*/ 13 w 406"/>
              <a:gd name="T23" fmla="*/ 127 h 306"/>
              <a:gd name="T24" fmla="*/ 179 w 406"/>
              <a:gd name="T25" fmla="*/ 220 h 306"/>
              <a:gd name="T26" fmla="*/ 226 w 406"/>
              <a:gd name="T27" fmla="*/ 220 h 306"/>
              <a:gd name="T28" fmla="*/ 334 w 406"/>
              <a:gd name="T29" fmla="*/ 160 h 306"/>
              <a:gd name="T30" fmla="*/ 217 w 406"/>
              <a:gd name="T31" fmla="*/ 133 h 306"/>
              <a:gd name="T32" fmla="*/ 203 w 406"/>
              <a:gd name="T33" fmla="*/ 135 h 306"/>
              <a:gd name="T34" fmla="*/ 165 w 406"/>
              <a:gd name="T35" fmla="*/ 112 h 306"/>
              <a:gd name="T36" fmla="*/ 203 w 406"/>
              <a:gd name="T37" fmla="*/ 89 h 306"/>
              <a:gd name="T38" fmla="*/ 238 w 406"/>
              <a:gd name="T39" fmla="*/ 104 h 306"/>
              <a:gd name="T40" fmla="*/ 362 w 406"/>
              <a:gd name="T41" fmla="*/ 145 h 306"/>
              <a:gd name="T42" fmla="*/ 393 w 406"/>
              <a:gd name="T43" fmla="*/ 127 h 306"/>
              <a:gd name="T44" fmla="*/ 393 w 406"/>
              <a:gd name="T45" fmla="*/ 101 h 306"/>
              <a:gd name="T46" fmla="*/ 342 w 406"/>
              <a:gd name="T47" fmla="*/ 277 h 306"/>
              <a:gd name="T48" fmla="*/ 370 w 406"/>
              <a:gd name="T49" fmla="*/ 275 h 306"/>
              <a:gd name="T50" fmla="*/ 362 w 406"/>
              <a:gd name="T51" fmla="*/ 145 h 306"/>
              <a:gd name="T52" fmla="*/ 334 w 406"/>
              <a:gd name="T53" fmla="*/ 160 h 306"/>
              <a:gd name="T54" fmla="*/ 342 w 406"/>
              <a:gd name="T55" fmla="*/ 277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06" h="306">
                <a:moveTo>
                  <a:pt x="69" y="199"/>
                </a:moveTo>
                <a:cubicBezTo>
                  <a:pt x="78" y="236"/>
                  <a:pt x="90" y="253"/>
                  <a:pt x="129" y="270"/>
                </a:cubicBezTo>
                <a:cubicBezTo>
                  <a:pt x="169" y="287"/>
                  <a:pt x="187" y="306"/>
                  <a:pt x="203" y="306"/>
                </a:cubicBezTo>
                <a:cubicBezTo>
                  <a:pt x="218" y="306"/>
                  <a:pt x="236" y="289"/>
                  <a:pt x="275" y="272"/>
                </a:cubicBezTo>
                <a:cubicBezTo>
                  <a:pt x="314" y="255"/>
                  <a:pt x="304" y="250"/>
                  <a:pt x="313" y="212"/>
                </a:cubicBezTo>
                <a:cubicBezTo>
                  <a:pt x="203" y="266"/>
                  <a:pt x="203" y="266"/>
                  <a:pt x="203" y="266"/>
                </a:cubicBezTo>
                <a:lnTo>
                  <a:pt x="69" y="199"/>
                </a:lnTo>
                <a:close/>
                <a:moveTo>
                  <a:pt x="393" y="101"/>
                </a:moveTo>
                <a:cubicBezTo>
                  <a:pt x="226" y="7"/>
                  <a:pt x="226" y="7"/>
                  <a:pt x="226" y="7"/>
                </a:cubicBezTo>
                <a:cubicBezTo>
                  <a:pt x="213" y="0"/>
                  <a:pt x="192" y="0"/>
                  <a:pt x="179" y="7"/>
                </a:cubicBezTo>
                <a:cubicBezTo>
                  <a:pt x="13" y="101"/>
                  <a:pt x="13" y="101"/>
                  <a:pt x="13" y="101"/>
                </a:cubicBezTo>
                <a:cubicBezTo>
                  <a:pt x="0" y="108"/>
                  <a:pt x="0" y="120"/>
                  <a:pt x="13" y="127"/>
                </a:cubicBezTo>
                <a:cubicBezTo>
                  <a:pt x="179" y="220"/>
                  <a:pt x="179" y="220"/>
                  <a:pt x="179" y="220"/>
                </a:cubicBezTo>
                <a:cubicBezTo>
                  <a:pt x="192" y="228"/>
                  <a:pt x="213" y="228"/>
                  <a:pt x="226" y="220"/>
                </a:cubicBezTo>
                <a:cubicBezTo>
                  <a:pt x="334" y="160"/>
                  <a:pt x="334" y="160"/>
                  <a:pt x="334" y="160"/>
                </a:cubicBezTo>
                <a:cubicBezTo>
                  <a:pt x="217" y="133"/>
                  <a:pt x="217" y="133"/>
                  <a:pt x="217" y="133"/>
                </a:cubicBezTo>
                <a:cubicBezTo>
                  <a:pt x="213" y="134"/>
                  <a:pt x="208" y="135"/>
                  <a:pt x="203" y="135"/>
                </a:cubicBezTo>
                <a:cubicBezTo>
                  <a:pt x="182" y="135"/>
                  <a:pt x="165" y="124"/>
                  <a:pt x="165" y="112"/>
                </a:cubicBezTo>
                <a:cubicBezTo>
                  <a:pt x="165" y="99"/>
                  <a:pt x="182" y="89"/>
                  <a:pt x="203" y="89"/>
                </a:cubicBezTo>
                <a:cubicBezTo>
                  <a:pt x="219" y="89"/>
                  <a:pt x="233" y="95"/>
                  <a:pt x="238" y="104"/>
                </a:cubicBezTo>
                <a:cubicBezTo>
                  <a:pt x="362" y="145"/>
                  <a:pt x="362" y="145"/>
                  <a:pt x="362" y="145"/>
                </a:cubicBezTo>
                <a:cubicBezTo>
                  <a:pt x="393" y="127"/>
                  <a:pt x="393" y="127"/>
                  <a:pt x="393" y="127"/>
                </a:cubicBezTo>
                <a:cubicBezTo>
                  <a:pt x="406" y="120"/>
                  <a:pt x="406" y="108"/>
                  <a:pt x="393" y="101"/>
                </a:cubicBezTo>
                <a:close/>
                <a:moveTo>
                  <a:pt x="342" y="277"/>
                </a:moveTo>
                <a:cubicBezTo>
                  <a:pt x="341" y="285"/>
                  <a:pt x="368" y="298"/>
                  <a:pt x="370" y="275"/>
                </a:cubicBezTo>
                <a:cubicBezTo>
                  <a:pt x="382" y="174"/>
                  <a:pt x="362" y="145"/>
                  <a:pt x="362" y="145"/>
                </a:cubicBezTo>
                <a:cubicBezTo>
                  <a:pt x="334" y="160"/>
                  <a:pt x="334" y="160"/>
                  <a:pt x="334" y="160"/>
                </a:cubicBezTo>
                <a:cubicBezTo>
                  <a:pt x="334" y="160"/>
                  <a:pt x="358" y="183"/>
                  <a:pt x="342" y="27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AU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Rectangle 3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6624907" y="3745361"/>
            <a:ext cx="2406386" cy="1112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3. 推送候选</a:t>
            </a:r>
          </a:p>
          <a:p>
            <a:pPr>
              <a:lnSpc>
                <a:spcPct val="130000"/>
              </a:lnSpc>
            </a:pPr>
            <a:r>
              <a:rPr lang="en-US" sz="100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高置信度直接双向推送；灰区进入“可能匹配”列表让用户判断。</a:t>
            </a:r>
          </a:p>
        </p:txBody>
      </p:sp>
      <p:sp>
        <p:nvSpPr>
          <p:cNvPr id="8" name="Rectangle 3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9471289" y="3806891"/>
            <a:ext cx="2406386" cy="1112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1" dirty="0" err="1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4. 私密验证</a:t>
            </a:r>
            <a:endParaRPr lang="en-US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由大模型从主人填写的私密细节生成问题，答对才解锁联系方式。</a:t>
            </a:r>
          </a:p>
        </p:txBody>
      </p:sp>
      <p:sp>
        <p:nvSpPr>
          <p:cNvPr id="9" name="Rectangle 4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9426554" y="2301793"/>
            <a:ext cx="2406386" cy="1112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2. 自动匹配</a:t>
            </a:r>
          </a:p>
          <a:p>
            <a:pPr>
              <a:lnSpc>
                <a:spcPct val="130000"/>
              </a:lnSpc>
            </a:pPr>
            <a:r>
              <a:rPr 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新记录自动与存量记录比对，用图像相似度加上下文信号。</a:t>
            </a:r>
          </a:p>
        </p:txBody>
      </p:sp>
      <p:sp>
        <p:nvSpPr>
          <p:cNvPr id="10" name="Rectangle 4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6641066" y="5173364"/>
            <a:ext cx="2406386" cy="1112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5. 聊天与交接</a:t>
            </a:r>
          </a:p>
          <a:p>
            <a:pPr>
              <a:lnSpc>
                <a:spcPct val="130000"/>
              </a:lnSpc>
            </a:pPr>
            <a:r>
              <a:rPr 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验证通过才开聊天，建议在校园保卫点等有人值守的地点完成交接。</a:t>
            </a:r>
          </a:p>
        </p:txBody>
      </p:sp>
      <p:sp>
        <p:nvSpPr>
          <p:cNvPr id="11" name="Rectangle 4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9461764" y="5201939"/>
            <a:ext cx="2406386" cy="1112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6. 赏金结算</a:t>
            </a:r>
          </a:p>
          <a:p>
            <a:pPr>
              <a:lnSpc>
                <a:spcPct val="130000"/>
              </a:lnSpc>
            </a:pPr>
            <a:r>
              <a:rPr 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双方确认后释放托管赏金，确认归还同时回流为匹配模型的训练信号。</a:t>
            </a:r>
          </a:p>
        </p:txBody>
      </p:sp>
      <p:sp>
        <p:nvSpPr>
          <p:cNvPr id="12" name="Freeform 25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EditPoints="1"/>
          </p:cNvSpPr>
          <p:nvPr/>
        </p:nvSpPr>
        <p:spPr bwMode="auto">
          <a:xfrm>
            <a:off x="9055061" y="2463510"/>
            <a:ext cx="298491" cy="298491"/>
          </a:xfrm>
          <a:custGeom>
            <a:avLst/>
            <a:gdLst>
              <a:gd name="T0" fmla="*/ 60 w 360"/>
              <a:gd name="T1" fmla="*/ 320 h 360"/>
              <a:gd name="T2" fmla="*/ 100 w 360"/>
              <a:gd name="T3" fmla="*/ 360 h 360"/>
              <a:gd name="T4" fmla="*/ 140 w 360"/>
              <a:gd name="T5" fmla="*/ 320 h 360"/>
              <a:gd name="T6" fmla="*/ 100 w 360"/>
              <a:gd name="T7" fmla="*/ 280 h 360"/>
              <a:gd name="T8" fmla="*/ 60 w 360"/>
              <a:gd name="T9" fmla="*/ 320 h 360"/>
              <a:gd name="T10" fmla="*/ 260 w 360"/>
              <a:gd name="T11" fmla="*/ 320 h 360"/>
              <a:gd name="T12" fmla="*/ 300 w 360"/>
              <a:gd name="T13" fmla="*/ 360 h 360"/>
              <a:gd name="T14" fmla="*/ 340 w 360"/>
              <a:gd name="T15" fmla="*/ 320 h 360"/>
              <a:gd name="T16" fmla="*/ 300 w 360"/>
              <a:gd name="T17" fmla="*/ 280 h 360"/>
              <a:gd name="T18" fmla="*/ 260 w 360"/>
              <a:gd name="T19" fmla="*/ 320 h 360"/>
              <a:gd name="T20" fmla="*/ 131 w 360"/>
              <a:gd name="T21" fmla="*/ 225 h 360"/>
              <a:gd name="T22" fmla="*/ 352 w 360"/>
              <a:gd name="T23" fmla="*/ 162 h 360"/>
              <a:gd name="T24" fmla="*/ 360 w 360"/>
              <a:gd name="T25" fmla="*/ 152 h 360"/>
              <a:gd name="T26" fmla="*/ 360 w 360"/>
              <a:gd name="T27" fmla="*/ 42 h 360"/>
              <a:gd name="T28" fmla="*/ 78 w 360"/>
              <a:gd name="T29" fmla="*/ 42 h 360"/>
              <a:gd name="T30" fmla="*/ 78 w 360"/>
              <a:gd name="T31" fmla="*/ 8 h 360"/>
              <a:gd name="T32" fmla="*/ 70 w 360"/>
              <a:gd name="T33" fmla="*/ 0 h 360"/>
              <a:gd name="T34" fmla="*/ 8 w 360"/>
              <a:gd name="T35" fmla="*/ 0 h 360"/>
              <a:gd name="T36" fmla="*/ 0 w 360"/>
              <a:gd name="T37" fmla="*/ 8 h 360"/>
              <a:gd name="T38" fmla="*/ 0 w 360"/>
              <a:gd name="T39" fmla="*/ 40 h 360"/>
              <a:gd name="T40" fmla="*/ 39 w 360"/>
              <a:gd name="T41" fmla="*/ 40 h 360"/>
              <a:gd name="T42" fmla="*/ 78 w 360"/>
              <a:gd name="T43" fmla="*/ 221 h 360"/>
              <a:gd name="T44" fmla="*/ 82 w 360"/>
              <a:gd name="T45" fmla="*/ 240 h 360"/>
              <a:gd name="T46" fmla="*/ 82 w 360"/>
              <a:gd name="T47" fmla="*/ 270 h 360"/>
              <a:gd name="T48" fmla="*/ 90 w 360"/>
              <a:gd name="T49" fmla="*/ 278 h 360"/>
              <a:gd name="T50" fmla="*/ 100 w 360"/>
              <a:gd name="T51" fmla="*/ 278 h 360"/>
              <a:gd name="T52" fmla="*/ 300 w 360"/>
              <a:gd name="T53" fmla="*/ 278 h 360"/>
              <a:gd name="T54" fmla="*/ 352 w 360"/>
              <a:gd name="T55" fmla="*/ 278 h 360"/>
              <a:gd name="T56" fmla="*/ 360 w 360"/>
              <a:gd name="T57" fmla="*/ 270 h 360"/>
              <a:gd name="T58" fmla="*/ 360 w 360"/>
              <a:gd name="T59" fmla="*/ 240 h 360"/>
              <a:gd name="T60" fmla="*/ 135 w 360"/>
              <a:gd name="T61" fmla="*/ 240 h 360"/>
              <a:gd name="T62" fmla="*/ 131 w 360"/>
              <a:gd name="T63" fmla="*/ 225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360" h="360">
                <a:moveTo>
                  <a:pt x="60" y="320"/>
                </a:moveTo>
                <a:cubicBezTo>
                  <a:pt x="60" y="342"/>
                  <a:pt x="78" y="360"/>
                  <a:pt x="100" y="360"/>
                </a:cubicBezTo>
                <a:cubicBezTo>
                  <a:pt x="122" y="360"/>
                  <a:pt x="140" y="342"/>
                  <a:pt x="140" y="320"/>
                </a:cubicBezTo>
                <a:cubicBezTo>
                  <a:pt x="140" y="298"/>
                  <a:pt x="122" y="280"/>
                  <a:pt x="100" y="280"/>
                </a:cubicBezTo>
                <a:cubicBezTo>
                  <a:pt x="78" y="280"/>
                  <a:pt x="60" y="298"/>
                  <a:pt x="60" y="320"/>
                </a:cubicBezTo>
                <a:close/>
                <a:moveTo>
                  <a:pt x="260" y="320"/>
                </a:moveTo>
                <a:cubicBezTo>
                  <a:pt x="260" y="342"/>
                  <a:pt x="278" y="360"/>
                  <a:pt x="300" y="360"/>
                </a:cubicBezTo>
                <a:cubicBezTo>
                  <a:pt x="322" y="360"/>
                  <a:pt x="340" y="342"/>
                  <a:pt x="340" y="320"/>
                </a:cubicBezTo>
                <a:cubicBezTo>
                  <a:pt x="340" y="298"/>
                  <a:pt x="322" y="280"/>
                  <a:pt x="300" y="280"/>
                </a:cubicBezTo>
                <a:cubicBezTo>
                  <a:pt x="278" y="280"/>
                  <a:pt x="260" y="298"/>
                  <a:pt x="260" y="320"/>
                </a:cubicBezTo>
                <a:close/>
                <a:moveTo>
                  <a:pt x="131" y="225"/>
                </a:moveTo>
                <a:cubicBezTo>
                  <a:pt x="352" y="162"/>
                  <a:pt x="352" y="162"/>
                  <a:pt x="352" y="162"/>
                </a:cubicBezTo>
                <a:cubicBezTo>
                  <a:pt x="356" y="161"/>
                  <a:pt x="360" y="156"/>
                  <a:pt x="360" y="152"/>
                </a:cubicBezTo>
                <a:cubicBezTo>
                  <a:pt x="360" y="42"/>
                  <a:pt x="360" y="42"/>
                  <a:pt x="360" y="42"/>
                </a:cubicBezTo>
                <a:cubicBezTo>
                  <a:pt x="78" y="42"/>
                  <a:pt x="78" y="42"/>
                  <a:pt x="78" y="42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3"/>
                  <a:pt x="74" y="0"/>
                  <a:pt x="70" y="0"/>
                </a:cubicBezTo>
                <a:cubicBezTo>
                  <a:pt x="8" y="0"/>
                  <a:pt x="8" y="0"/>
                  <a:pt x="8" y="0"/>
                </a:cubicBezTo>
                <a:cubicBezTo>
                  <a:pt x="3" y="0"/>
                  <a:pt x="0" y="3"/>
                  <a:pt x="0" y="8"/>
                </a:cubicBezTo>
                <a:cubicBezTo>
                  <a:pt x="0" y="40"/>
                  <a:pt x="0" y="40"/>
                  <a:pt x="0" y="40"/>
                </a:cubicBezTo>
                <a:cubicBezTo>
                  <a:pt x="39" y="40"/>
                  <a:pt x="39" y="40"/>
                  <a:pt x="39" y="40"/>
                </a:cubicBezTo>
                <a:cubicBezTo>
                  <a:pt x="78" y="221"/>
                  <a:pt x="78" y="221"/>
                  <a:pt x="78" y="221"/>
                </a:cubicBezTo>
                <a:cubicBezTo>
                  <a:pt x="82" y="240"/>
                  <a:pt x="82" y="240"/>
                  <a:pt x="82" y="240"/>
                </a:cubicBezTo>
                <a:cubicBezTo>
                  <a:pt x="82" y="270"/>
                  <a:pt x="82" y="270"/>
                  <a:pt x="82" y="270"/>
                </a:cubicBezTo>
                <a:cubicBezTo>
                  <a:pt x="82" y="274"/>
                  <a:pt x="85" y="278"/>
                  <a:pt x="90" y="278"/>
                </a:cubicBezTo>
                <a:cubicBezTo>
                  <a:pt x="100" y="278"/>
                  <a:pt x="100" y="278"/>
                  <a:pt x="100" y="278"/>
                </a:cubicBezTo>
                <a:cubicBezTo>
                  <a:pt x="300" y="278"/>
                  <a:pt x="300" y="278"/>
                  <a:pt x="300" y="278"/>
                </a:cubicBezTo>
                <a:cubicBezTo>
                  <a:pt x="352" y="278"/>
                  <a:pt x="352" y="278"/>
                  <a:pt x="352" y="278"/>
                </a:cubicBezTo>
                <a:cubicBezTo>
                  <a:pt x="356" y="278"/>
                  <a:pt x="360" y="274"/>
                  <a:pt x="360" y="270"/>
                </a:cubicBezTo>
                <a:cubicBezTo>
                  <a:pt x="360" y="240"/>
                  <a:pt x="360" y="240"/>
                  <a:pt x="360" y="240"/>
                </a:cubicBezTo>
                <a:cubicBezTo>
                  <a:pt x="135" y="240"/>
                  <a:pt x="135" y="240"/>
                  <a:pt x="135" y="240"/>
                </a:cubicBezTo>
                <a:cubicBezTo>
                  <a:pt x="112" y="240"/>
                  <a:pt x="111" y="231"/>
                  <a:pt x="131" y="22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AU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Freeform 15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EditPoints="1"/>
          </p:cNvSpPr>
          <p:nvPr/>
        </p:nvSpPr>
        <p:spPr bwMode="auto">
          <a:xfrm>
            <a:off x="6230195" y="5289373"/>
            <a:ext cx="330062" cy="301362"/>
          </a:xfrm>
          <a:custGeom>
            <a:avLst/>
            <a:gdLst>
              <a:gd name="T0" fmla="*/ 360 w 400"/>
              <a:gd name="T1" fmla="*/ 60 h 360"/>
              <a:gd name="T2" fmla="*/ 340 w 400"/>
              <a:gd name="T3" fmla="*/ 60 h 360"/>
              <a:gd name="T4" fmla="*/ 340 w 400"/>
              <a:gd name="T5" fmla="*/ 360 h 360"/>
              <a:gd name="T6" fmla="*/ 360 w 400"/>
              <a:gd name="T7" fmla="*/ 360 h 360"/>
              <a:gd name="T8" fmla="*/ 400 w 400"/>
              <a:gd name="T9" fmla="*/ 320 h 360"/>
              <a:gd name="T10" fmla="*/ 400 w 400"/>
              <a:gd name="T11" fmla="*/ 100 h 360"/>
              <a:gd name="T12" fmla="*/ 360 w 400"/>
              <a:gd name="T13" fmla="*/ 60 h 360"/>
              <a:gd name="T14" fmla="*/ 0 w 400"/>
              <a:gd name="T15" fmla="*/ 100 h 360"/>
              <a:gd name="T16" fmla="*/ 0 w 400"/>
              <a:gd name="T17" fmla="*/ 320 h 360"/>
              <a:gd name="T18" fmla="*/ 40 w 400"/>
              <a:gd name="T19" fmla="*/ 360 h 360"/>
              <a:gd name="T20" fmla="*/ 60 w 400"/>
              <a:gd name="T21" fmla="*/ 360 h 360"/>
              <a:gd name="T22" fmla="*/ 60 w 400"/>
              <a:gd name="T23" fmla="*/ 60 h 360"/>
              <a:gd name="T24" fmla="*/ 40 w 400"/>
              <a:gd name="T25" fmla="*/ 60 h 360"/>
              <a:gd name="T26" fmla="*/ 0 w 400"/>
              <a:gd name="T27" fmla="*/ 100 h 360"/>
              <a:gd name="T28" fmla="*/ 268 w 400"/>
              <a:gd name="T29" fmla="*/ 18 h 360"/>
              <a:gd name="T30" fmla="*/ 200 w 400"/>
              <a:gd name="T31" fmla="*/ 0 h 360"/>
              <a:gd name="T32" fmla="*/ 132 w 400"/>
              <a:gd name="T33" fmla="*/ 18 h 360"/>
              <a:gd name="T34" fmla="*/ 132 w 400"/>
              <a:gd name="T35" fmla="*/ 60 h 360"/>
              <a:gd name="T36" fmla="*/ 88 w 400"/>
              <a:gd name="T37" fmla="*/ 60 h 360"/>
              <a:gd name="T38" fmla="*/ 88 w 400"/>
              <a:gd name="T39" fmla="*/ 360 h 360"/>
              <a:gd name="T40" fmla="*/ 312 w 400"/>
              <a:gd name="T41" fmla="*/ 360 h 360"/>
              <a:gd name="T42" fmla="*/ 312 w 400"/>
              <a:gd name="T43" fmla="*/ 60 h 360"/>
              <a:gd name="T44" fmla="*/ 268 w 400"/>
              <a:gd name="T45" fmla="*/ 60 h 360"/>
              <a:gd name="T46" fmla="*/ 268 w 400"/>
              <a:gd name="T47" fmla="*/ 18 h 360"/>
              <a:gd name="T48" fmla="*/ 244 w 400"/>
              <a:gd name="T49" fmla="*/ 60 h 360"/>
              <a:gd name="T50" fmla="*/ 156 w 400"/>
              <a:gd name="T51" fmla="*/ 60 h 360"/>
              <a:gd name="T52" fmla="*/ 156 w 400"/>
              <a:gd name="T53" fmla="*/ 33 h 360"/>
              <a:gd name="T54" fmla="*/ 200 w 400"/>
              <a:gd name="T55" fmla="*/ 24 h 360"/>
              <a:gd name="T56" fmla="*/ 244 w 400"/>
              <a:gd name="T57" fmla="*/ 33 h 360"/>
              <a:gd name="T58" fmla="*/ 244 w 400"/>
              <a:gd name="T59" fmla="*/ 60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00" h="360">
                <a:moveTo>
                  <a:pt x="360" y="60"/>
                </a:moveTo>
                <a:cubicBezTo>
                  <a:pt x="340" y="60"/>
                  <a:pt x="340" y="60"/>
                  <a:pt x="340" y="60"/>
                </a:cubicBezTo>
                <a:cubicBezTo>
                  <a:pt x="340" y="360"/>
                  <a:pt x="340" y="360"/>
                  <a:pt x="340" y="360"/>
                </a:cubicBezTo>
                <a:cubicBezTo>
                  <a:pt x="360" y="360"/>
                  <a:pt x="360" y="360"/>
                  <a:pt x="360" y="360"/>
                </a:cubicBezTo>
                <a:cubicBezTo>
                  <a:pt x="382" y="360"/>
                  <a:pt x="400" y="342"/>
                  <a:pt x="400" y="320"/>
                </a:cubicBezTo>
                <a:cubicBezTo>
                  <a:pt x="400" y="100"/>
                  <a:pt x="400" y="100"/>
                  <a:pt x="400" y="100"/>
                </a:cubicBezTo>
                <a:cubicBezTo>
                  <a:pt x="400" y="78"/>
                  <a:pt x="382" y="60"/>
                  <a:pt x="360" y="60"/>
                </a:cubicBezTo>
                <a:close/>
                <a:moveTo>
                  <a:pt x="0" y="100"/>
                </a:moveTo>
                <a:cubicBezTo>
                  <a:pt x="0" y="320"/>
                  <a:pt x="0" y="320"/>
                  <a:pt x="0" y="320"/>
                </a:cubicBezTo>
                <a:cubicBezTo>
                  <a:pt x="0" y="342"/>
                  <a:pt x="18" y="360"/>
                  <a:pt x="40" y="360"/>
                </a:cubicBezTo>
                <a:cubicBezTo>
                  <a:pt x="60" y="360"/>
                  <a:pt x="60" y="360"/>
                  <a:pt x="60" y="360"/>
                </a:cubicBezTo>
                <a:cubicBezTo>
                  <a:pt x="60" y="60"/>
                  <a:pt x="60" y="60"/>
                  <a:pt x="60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18" y="60"/>
                  <a:pt x="0" y="78"/>
                  <a:pt x="0" y="100"/>
                </a:cubicBezTo>
                <a:close/>
                <a:moveTo>
                  <a:pt x="268" y="18"/>
                </a:moveTo>
                <a:cubicBezTo>
                  <a:pt x="254" y="12"/>
                  <a:pt x="232" y="0"/>
                  <a:pt x="200" y="0"/>
                </a:cubicBezTo>
                <a:cubicBezTo>
                  <a:pt x="167" y="0"/>
                  <a:pt x="145" y="12"/>
                  <a:pt x="132" y="18"/>
                </a:cubicBezTo>
                <a:cubicBezTo>
                  <a:pt x="132" y="60"/>
                  <a:pt x="132" y="60"/>
                  <a:pt x="132" y="60"/>
                </a:cubicBezTo>
                <a:cubicBezTo>
                  <a:pt x="88" y="60"/>
                  <a:pt x="88" y="60"/>
                  <a:pt x="88" y="60"/>
                </a:cubicBezTo>
                <a:cubicBezTo>
                  <a:pt x="88" y="360"/>
                  <a:pt x="88" y="360"/>
                  <a:pt x="88" y="360"/>
                </a:cubicBezTo>
                <a:cubicBezTo>
                  <a:pt x="312" y="360"/>
                  <a:pt x="312" y="360"/>
                  <a:pt x="312" y="360"/>
                </a:cubicBezTo>
                <a:cubicBezTo>
                  <a:pt x="312" y="60"/>
                  <a:pt x="312" y="60"/>
                  <a:pt x="312" y="60"/>
                </a:cubicBezTo>
                <a:cubicBezTo>
                  <a:pt x="268" y="60"/>
                  <a:pt x="268" y="60"/>
                  <a:pt x="268" y="60"/>
                </a:cubicBezTo>
                <a:lnTo>
                  <a:pt x="268" y="18"/>
                </a:lnTo>
                <a:close/>
                <a:moveTo>
                  <a:pt x="244" y="60"/>
                </a:moveTo>
                <a:cubicBezTo>
                  <a:pt x="156" y="60"/>
                  <a:pt x="156" y="60"/>
                  <a:pt x="156" y="60"/>
                </a:cubicBezTo>
                <a:cubicBezTo>
                  <a:pt x="156" y="33"/>
                  <a:pt x="156" y="33"/>
                  <a:pt x="156" y="33"/>
                </a:cubicBezTo>
                <a:cubicBezTo>
                  <a:pt x="166" y="29"/>
                  <a:pt x="182" y="24"/>
                  <a:pt x="200" y="24"/>
                </a:cubicBezTo>
                <a:cubicBezTo>
                  <a:pt x="218" y="24"/>
                  <a:pt x="233" y="29"/>
                  <a:pt x="244" y="33"/>
                </a:cubicBezTo>
                <a:lnTo>
                  <a:pt x="244" y="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AU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Freeform 22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EditPoints="1"/>
          </p:cNvSpPr>
          <p:nvPr/>
        </p:nvSpPr>
        <p:spPr bwMode="auto">
          <a:xfrm>
            <a:off x="9140401" y="5284159"/>
            <a:ext cx="335802" cy="315713"/>
          </a:xfrm>
          <a:custGeom>
            <a:avLst/>
            <a:gdLst>
              <a:gd name="T0" fmla="*/ 344 w 402"/>
              <a:gd name="T1" fmla="*/ 125 h 382"/>
              <a:gd name="T2" fmla="*/ 303 w 402"/>
              <a:gd name="T3" fmla="*/ 13 h 382"/>
              <a:gd name="T4" fmla="*/ 284 w 402"/>
              <a:gd name="T5" fmla="*/ 3 h 382"/>
              <a:gd name="T6" fmla="*/ 12 w 402"/>
              <a:gd name="T7" fmla="*/ 102 h 382"/>
              <a:gd name="T8" fmla="*/ 3 w 402"/>
              <a:gd name="T9" fmla="*/ 122 h 382"/>
              <a:gd name="T10" fmla="*/ 46 w 402"/>
              <a:gd name="T11" fmla="*/ 241 h 382"/>
              <a:gd name="T12" fmla="*/ 46 w 402"/>
              <a:gd name="T13" fmla="*/ 177 h 382"/>
              <a:gd name="T14" fmla="*/ 97 w 402"/>
              <a:gd name="T15" fmla="*/ 125 h 382"/>
              <a:gd name="T16" fmla="*/ 169 w 402"/>
              <a:gd name="T17" fmla="*/ 125 h 382"/>
              <a:gd name="T18" fmla="*/ 255 w 402"/>
              <a:gd name="T19" fmla="*/ 65 h 382"/>
              <a:gd name="T20" fmla="*/ 304 w 402"/>
              <a:gd name="T21" fmla="*/ 125 h 382"/>
              <a:gd name="T22" fmla="*/ 344 w 402"/>
              <a:gd name="T23" fmla="*/ 125 h 382"/>
              <a:gd name="T24" fmla="*/ 387 w 402"/>
              <a:gd name="T25" fmla="*/ 161 h 382"/>
              <a:gd name="T26" fmla="*/ 97 w 402"/>
              <a:gd name="T27" fmla="*/ 161 h 382"/>
              <a:gd name="T28" fmla="*/ 82 w 402"/>
              <a:gd name="T29" fmla="*/ 177 h 382"/>
              <a:gd name="T30" fmla="*/ 82 w 402"/>
              <a:gd name="T31" fmla="*/ 366 h 382"/>
              <a:gd name="T32" fmla="*/ 97 w 402"/>
              <a:gd name="T33" fmla="*/ 382 h 382"/>
              <a:gd name="T34" fmla="*/ 387 w 402"/>
              <a:gd name="T35" fmla="*/ 382 h 382"/>
              <a:gd name="T36" fmla="*/ 402 w 402"/>
              <a:gd name="T37" fmla="*/ 366 h 382"/>
              <a:gd name="T38" fmla="*/ 402 w 402"/>
              <a:gd name="T39" fmla="*/ 177 h 382"/>
              <a:gd name="T40" fmla="*/ 387 w 402"/>
              <a:gd name="T41" fmla="*/ 161 h 382"/>
              <a:gd name="T42" fmla="*/ 364 w 402"/>
              <a:gd name="T43" fmla="*/ 342 h 382"/>
              <a:gd name="T44" fmla="*/ 125 w 402"/>
              <a:gd name="T45" fmla="*/ 342 h 382"/>
              <a:gd name="T46" fmla="*/ 125 w 402"/>
              <a:gd name="T47" fmla="*/ 307 h 382"/>
              <a:gd name="T48" fmla="*/ 161 w 402"/>
              <a:gd name="T49" fmla="*/ 222 h 382"/>
              <a:gd name="T50" fmla="*/ 217 w 402"/>
              <a:gd name="T51" fmla="*/ 290 h 382"/>
              <a:gd name="T52" fmla="*/ 269 w 402"/>
              <a:gd name="T53" fmla="*/ 237 h 382"/>
              <a:gd name="T54" fmla="*/ 336 w 402"/>
              <a:gd name="T55" fmla="*/ 213 h 382"/>
              <a:gd name="T56" fmla="*/ 364 w 402"/>
              <a:gd name="T57" fmla="*/ 277 h 382"/>
              <a:gd name="T58" fmla="*/ 364 w 402"/>
              <a:gd name="T59" fmla="*/ 342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02" h="382">
                <a:moveTo>
                  <a:pt x="344" y="125"/>
                </a:moveTo>
                <a:cubicBezTo>
                  <a:pt x="303" y="13"/>
                  <a:pt x="303" y="13"/>
                  <a:pt x="303" y="13"/>
                </a:cubicBezTo>
                <a:cubicBezTo>
                  <a:pt x="300" y="4"/>
                  <a:pt x="291" y="0"/>
                  <a:pt x="284" y="3"/>
                </a:cubicBezTo>
                <a:cubicBezTo>
                  <a:pt x="12" y="102"/>
                  <a:pt x="12" y="102"/>
                  <a:pt x="12" y="102"/>
                </a:cubicBezTo>
                <a:cubicBezTo>
                  <a:pt x="4" y="105"/>
                  <a:pt x="0" y="114"/>
                  <a:pt x="3" y="122"/>
                </a:cubicBezTo>
                <a:cubicBezTo>
                  <a:pt x="46" y="241"/>
                  <a:pt x="46" y="241"/>
                  <a:pt x="46" y="241"/>
                </a:cubicBezTo>
                <a:cubicBezTo>
                  <a:pt x="46" y="177"/>
                  <a:pt x="46" y="177"/>
                  <a:pt x="46" y="177"/>
                </a:cubicBezTo>
                <a:cubicBezTo>
                  <a:pt x="46" y="149"/>
                  <a:pt x="69" y="125"/>
                  <a:pt x="97" y="125"/>
                </a:cubicBezTo>
                <a:cubicBezTo>
                  <a:pt x="169" y="125"/>
                  <a:pt x="169" y="125"/>
                  <a:pt x="169" y="125"/>
                </a:cubicBezTo>
                <a:cubicBezTo>
                  <a:pt x="255" y="65"/>
                  <a:pt x="255" y="65"/>
                  <a:pt x="255" y="65"/>
                </a:cubicBezTo>
                <a:cubicBezTo>
                  <a:pt x="304" y="125"/>
                  <a:pt x="304" y="125"/>
                  <a:pt x="304" y="125"/>
                </a:cubicBezTo>
                <a:lnTo>
                  <a:pt x="344" y="125"/>
                </a:lnTo>
                <a:close/>
                <a:moveTo>
                  <a:pt x="387" y="161"/>
                </a:moveTo>
                <a:cubicBezTo>
                  <a:pt x="97" y="161"/>
                  <a:pt x="97" y="161"/>
                  <a:pt x="97" y="161"/>
                </a:cubicBezTo>
                <a:cubicBezTo>
                  <a:pt x="89" y="161"/>
                  <a:pt x="82" y="169"/>
                  <a:pt x="82" y="177"/>
                </a:cubicBezTo>
                <a:cubicBezTo>
                  <a:pt x="82" y="366"/>
                  <a:pt x="82" y="366"/>
                  <a:pt x="82" y="366"/>
                </a:cubicBezTo>
                <a:cubicBezTo>
                  <a:pt x="82" y="375"/>
                  <a:pt x="89" y="382"/>
                  <a:pt x="97" y="382"/>
                </a:cubicBezTo>
                <a:cubicBezTo>
                  <a:pt x="387" y="382"/>
                  <a:pt x="387" y="382"/>
                  <a:pt x="387" y="382"/>
                </a:cubicBezTo>
                <a:cubicBezTo>
                  <a:pt x="395" y="382"/>
                  <a:pt x="402" y="375"/>
                  <a:pt x="402" y="366"/>
                </a:cubicBezTo>
                <a:cubicBezTo>
                  <a:pt x="402" y="177"/>
                  <a:pt x="402" y="177"/>
                  <a:pt x="402" y="177"/>
                </a:cubicBezTo>
                <a:cubicBezTo>
                  <a:pt x="402" y="169"/>
                  <a:pt x="395" y="161"/>
                  <a:pt x="387" y="161"/>
                </a:cubicBezTo>
                <a:close/>
                <a:moveTo>
                  <a:pt x="364" y="342"/>
                </a:moveTo>
                <a:cubicBezTo>
                  <a:pt x="125" y="342"/>
                  <a:pt x="125" y="342"/>
                  <a:pt x="125" y="342"/>
                </a:cubicBezTo>
                <a:cubicBezTo>
                  <a:pt x="125" y="307"/>
                  <a:pt x="125" y="307"/>
                  <a:pt x="125" y="307"/>
                </a:cubicBezTo>
                <a:cubicBezTo>
                  <a:pt x="161" y="222"/>
                  <a:pt x="161" y="222"/>
                  <a:pt x="161" y="222"/>
                </a:cubicBezTo>
                <a:cubicBezTo>
                  <a:pt x="217" y="290"/>
                  <a:pt x="217" y="290"/>
                  <a:pt x="217" y="290"/>
                </a:cubicBezTo>
                <a:cubicBezTo>
                  <a:pt x="269" y="237"/>
                  <a:pt x="269" y="237"/>
                  <a:pt x="269" y="237"/>
                </a:cubicBezTo>
                <a:cubicBezTo>
                  <a:pt x="336" y="213"/>
                  <a:pt x="336" y="213"/>
                  <a:pt x="336" y="213"/>
                </a:cubicBezTo>
                <a:cubicBezTo>
                  <a:pt x="364" y="277"/>
                  <a:pt x="364" y="277"/>
                  <a:pt x="364" y="277"/>
                </a:cubicBezTo>
                <a:lnTo>
                  <a:pt x="364" y="34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AU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Freeform 4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EditPoints="1"/>
          </p:cNvSpPr>
          <p:nvPr/>
        </p:nvSpPr>
        <p:spPr bwMode="auto">
          <a:xfrm>
            <a:off x="9077887" y="3959084"/>
            <a:ext cx="301362" cy="304231"/>
          </a:xfrm>
          <a:custGeom>
            <a:avLst/>
            <a:gdLst>
              <a:gd name="T0" fmla="*/ 203 w 360"/>
              <a:gd name="T1" fmla="*/ 271 h 368"/>
              <a:gd name="T2" fmla="*/ 261 w 360"/>
              <a:gd name="T3" fmla="*/ 202 h 368"/>
              <a:gd name="T4" fmla="*/ 360 w 360"/>
              <a:gd name="T5" fmla="*/ 51 h 368"/>
              <a:gd name="T6" fmla="*/ 346 w 360"/>
              <a:gd name="T7" fmla="*/ 37 h 368"/>
              <a:gd name="T8" fmla="*/ 277 w 360"/>
              <a:gd name="T9" fmla="*/ 37 h 368"/>
              <a:gd name="T10" fmla="*/ 180 w 360"/>
              <a:gd name="T11" fmla="*/ 0 h 368"/>
              <a:gd name="T12" fmla="*/ 83 w 360"/>
              <a:gd name="T13" fmla="*/ 37 h 368"/>
              <a:gd name="T14" fmla="*/ 14 w 360"/>
              <a:gd name="T15" fmla="*/ 37 h 368"/>
              <a:gd name="T16" fmla="*/ 0 w 360"/>
              <a:gd name="T17" fmla="*/ 51 h 368"/>
              <a:gd name="T18" fmla="*/ 98 w 360"/>
              <a:gd name="T19" fmla="*/ 202 h 368"/>
              <a:gd name="T20" fmla="*/ 156 w 360"/>
              <a:gd name="T21" fmla="*/ 271 h 368"/>
              <a:gd name="T22" fmla="*/ 156 w 360"/>
              <a:gd name="T23" fmla="*/ 297 h 368"/>
              <a:gd name="T24" fmla="*/ 91 w 360"/>
              <a:gd name="T25" fmla="*/ 332 h 368"/>
              <a:gd name="T26" fmla="*/ 180 w 360"/>
              <a:gd name="T27" fmla="*/ 368 h 368"/>
              <a:gd name="T28" fmla="*/ 269 w 360"/>
              <a:gd name="T29" fmla="*/ 332 h 368"/>
              <a:gd name="T30" fmla="*/ 203 w 360"/>
              <a:gd name="T31" fmla="*/ 297 h 368"/>
              <a:gd name="T32" fmla="*/ 203 w 360"/>
              <a:gd name="T33" fmla="*/ 271 h 368"/>
              <a:gd name="T34" fmla="*/ 259 w 360"/>
              <a:gd name="T35" fmla="*/ 170 h 368"/>
              <a:gd name="T36" fmla="*/ 281 w 360"/>
              <a:gd name="T37" fmla="*/ 65 h 368"/>
              <a:gd name="T38" fmla="*/ 331 w 360"/>
              <a:gd name="T39" fmla="*/ 65 h 368"/>
              <a:gd name="T40" fmla="*/ 259 w 360"/>
              <a:gd name="T41" fmla="*/ 170 h 368"/>
              <a:gd name="T42" fmla="*/ 180 w 360"/>
              <a:gd name="T43" fmla="*/ 24 h 368"/>
              <a:gd name="T44" fmla="*/ 256 w 360"/>
              <a:gd name="T45" fmla="*/ 55 h 368"/>
              <a:gd name="T46" fmla="*/ 180 w 360"/>
              <a:gd name="T47" fmla="*/ 86 h 368"/>
              <a:gd name="T48" fmla="*/ 104 w 360"/>
              <a:gd name="T49" fmla="*/ 55 h 368"/>
              <a:gd name="T50" fmla="*/ 180 w 360"/>
              <a:gd name="T51" fmla="*/ 24 h 368"/>
              <a:gd name="T52" fmla="*/ 29 w 360"/>
              <a:gd name="T53" fmla="*/ 65 h 368"/>
              <a:gd name="T54" fmla="*/ 79 w 360"/>
              <a:gd name="T55" fmla="*/ 65 h 368"/>
              <a:gd name="T56" fmla="*/ 101 w 360"/>
              <a:gd name="T57" fmla="*/ 170 h 368"/>
              <a:gd name="T58" fmla="*/ 29 w 360"/>
              <a:gd name="T59" fmla="*/ 65 h 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60" h="368">
                <a:moveTo>
                  <a:pt x="203" y="271"/>
                </a:moveTo>
                <a:cubicBezTo>
                  <a:pt x="203" y="242"/>
                  <a:pt x="225" y="226"/>
                  <a:pt x="261" y="202"/>
                </a:cubicBezTo>
                <a:cubicBezTo>
                  <a:pt x="305" y="173"/>
                  <a:pt x="360" y="137"/>
                  <a:pt x="360" y="51"/>
                </a:cubicBezTo>
                <a:cubicBezTo>
                  <a:pt x="360" y="43"/>
                  <a:pt x="353" y="37"/>
                  <a:pt x="346" y="37"/>
                </a:cubicBezTo>
                <a:cubicBezTo>
                  <a:pt x="277" y="37"/>
                  <a:pt x="277" y="37"/>
                  <a:pt x="277" y="37"/>
                </a:cubicBezTo>
                <a:cubicBezTo>
                  <a:pt x="267" y="19"/>
                  <a:pt x="238" y="0"/>
                  <a:pt x="180" y="0"/>
                </a:cubicBezTo>
                <a:cubicBezTo>
                  <a:pt x="121" y="0"/>
                  <a:pt x="92" y="19"/>
                  <a:pt x="83" y="37"/>
                </a:cubicBezTo>
                <a:cubicBezTo>
                  <a:pt x="14" y="37"/>
                  <a:pt x="14" y="37"/>
                  <a:pt x="14" y="37"/>
                </a:cubicBezTo>
                <a:cubicBezTo>
                  <a:pt x="6" y="37"/>
                  <a:pt x="0" y="43"/>
                  <a:pt x="0" y="51"/>
                </a:cubicBezTo>
                <a:cubicBezTo>
                  <a:pt x="0" y="137"/>
                  <a:pt x="54" y="173"/>
                  <a:pt x="98" y="202"/>
                </a:cubicBezTo>
                <a:cubicBezTo>
                  <a:pt x="134" y="226"/>
                  <a:pt x="156" y="242"/>
                  <a:pt x="156" y="271"/>
                </a:cubicBezTo>
                <a:cubicBezTo>
                  <a:pt x="156" y="297"/>
                  <a:pt x="156" y="297"/>
                  <a:pt x="156" y="297"/>
                </a:cubicBezTo>
                <a:cubicBezTo>
                  <a:pt x="118" y="301"/>
                  <a:pt x="91" y="315"/>
                  <a:pt x="91" y="332"/>
                </a:cubicBezTo>
                <a:cubicBezTo>
                  <a:pt x="91" y="352"/>
                  <a:pt x="131" y="368"/>
                  <a:pt x="180" y="368"/>
                </a:cubicBezTo>
                <a:cubicBezTo>
                  <a:pt x="229" y="368"/>
                  <a:pt x="269" y="352"/>
                  <a:pt x="269" y="332"/>
                </a:cubicBezTo>
                <a:cubicBezTo>
                  <a:pt x="269" y="315"/>
                  <a:pt x="241" y="301"/>
                  <a:pt x="203" y="297"/>
                </a:cubicBezTo>
                <a:lnTo>
                  <a:pt x="203" y="271"/>
                </a:lnTo>
                <a:close/>
                <a:moveTo>
                  <a:pt x="259" y="170"/>
                </a:moveTo>
                <a:cubicBezTo>
                  <a:pt x="270" y="146"/>
                  <a:pt x="279" y="113"/>
                  <a:pt x="281" y="65"/>
                </a:cubicBezTo>
                <a:cubicBezTo>
                  <a:pt x="331" y="65"/>
                  <a:pt x="331" y="65"/>
                  <a:pt x="331" y="65"/>
                </a:cubicBezTo>
                <a:cubicBezTo>
                  <a:pt x="326" y="119"/>
                  <a:pt x="294" y="146"/>
                  <a:pt x="259" y="170"/>
                </a:cubicBezTo>
                <a:close/>
                <a:moveTo>
                  <a:pt x="180" y="24"/>
                </a:moveTo>
                <a:cubicBezTo>
                  <a:pt x="234" y="24"/>
                  <a:pt x="256" y="47"/>
                  <a:pt x="256" y="55"/>
                </a:cubicBezTo>
                <a:cubicBezTo>
                  <a:pt x="256" y="63"/>
                  <a:pt x="234" y="86"/>
                  <a:pt x="180" y="86"/>
                </a:cubicBezTo>
                <a:cubicBezTo>
                  <a:pt x="125" y="86"/>
                  <a:pt x="104" y="63"/>
                  <a:pt x="104" y="55"/>
                </a:cubicBezTo>
                <a:cubicBezTo>
                  <a:pt x="104" y="47"/>
                  <a:pt x="125" y="24"/>
                  <a:pt x="180" y="24"/>
                </a:cubicBezTo>
                <a:close/>
                <a:moveTo>
                  <a:pt x="29" y="65"/>
                </a:moveTo>
                <a:cubicBezTo>
                  <a:pt x="79" y="65"/>
                  <a:pt x="79" y="65"/>
                  <a:pt x="79" y="65"/>
                </a:cubicBezTo>
                <a:cubicBezTo>
                  <a:pt x="80" y="113"/>
                  <a:pt x="89" y="146"/>
                  <a:pt x="101" y="170"/>
                </a:cubicBezTo>
                <a:cubicBezTo>
                  <a:pt x="66" y="146"/>
                  <a:pt x="33" y="119"/>
                  <a:pt x="29" y="6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AU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TextBox 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10888674" y="1492323"/>
            <a:ext cx="950901" cy="26161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SIX STEPS</a:t>
            </a:r>
          </a:p>
        </p:txBody>
      </p:sp>
      <p:sp>
        <p:nvSpPr>
          <p:cNvPr id="2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9550924" y="2659930"/>
            <a:ext cx="2366128" cy="352562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6570482" y="2648932"/>
            <a:ext cx="2366128" cy="352562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Group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1147879" y="1076658"/>
            <a:ext cx="3437568" cy="5229624"/>
            <a:chOff x="2075364" y="1583834"/>
            <a:chExt cx="1851540" cy="2816777"/>
          </a:xfrm>
        </p:grpSpPr>
        <p:sp>
          <p:nvSpPr>
            <p:cNvPr id="31" name="Freeform 231"/>
            <p:cNvSpPr/>
            <p:nvPr/>
          </p:nvSpPr>
          <p:spPr bwMode="auto">
            <a:xfrm>
              <a:off x="2075364" y="2416012"/>
              <a:ext cx="1851540" cy="1338477"/>
            </a:xfrm>
            <a:custGeom>
              <a:avLst/>
              <a:gdLst>
                <a:gd name="T0" fmla="*/ 1518 w 1519"/>
                <a:gd name="T1" fmla="*/ 0 h 1099"/>
                <a:gd name="T2" fmla="*/ 759 w 1519"/>
                <a:gd name="T3" fmla="*/ 85 h 1099"/>
                <a:gd name="T4" fmla="*/ 0 w 1519"/>
                <a:gd name="T5" fmla="*/ 0 h 1099"/>
                <a:gd name="T6" fmla="*/ 210 w 1519"/>
                <a:gd name="T7" fmla="*/ 568 h 1099"/>
                <a:gd name="T8" fmla="*/ 275 w 1519"/>
                <a:gd name="T9" fmla="*/ 684 h 1099"/>
                <a:gd name="T10" fmla="*/ 323 w 1519"/>
                <a:gd name="T11" fmla="*/ 830 h 1099"/>
                <a:gd name="T12" fmla="*/ 391 w 1519"/>
                <a:gd name="T13" fmla="*/ 1074 h 1099"/>
                <a:gd name="T14" fmla="*/ 412 w 1519"/>
                <a:gd name="T15" fmla="*/ 1099 h 1099"/>
                <a:gd name="T16" fmla="*/ 1122 w 1519"/>
                <a:gd name="T17" fmla="*/ 1099 h 1099"/>
                <a:gd name="T18" fmla="*/ 1188 w 1519"/>
                <a:gd name="T19" fmla="*/ 866 h 1099"/>
                <a:gd name="T20" fmla="*/ 1307 w 1519"/>
                <a:gd name="T21" fmla="*/ 581 h 1099"/>
                <a:gd name="T22" fmla="*/ 1483 w 1519"/>
                <a:gd name="T23" fmla="*/ 236 h 1099"/>
                <a:gd name="T24" fmla="*/ 1518 w 1519"/>
                <a:gd name="T25" fmla="*/ 0 h 1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19" h="1099">
                  <a:moveTo>
                    <a:pt x="1518" y="0"/>
                  </a:moveTo>
                  <a:cubicBezTo>
                    <a:pt x="1515" y="47"/>
                    <a:pt x="1176" y="85"/>
                    <a:pt x="759" y="85"/>
                  </a:cubicBezTo>
                  <a:cubicBezTo>
                    <a:pt x="341" y="85"/>
                    <a:pt x="2" y="47"/>
                    <a:pt x="0" y="0"/>
                  </a:cubicBezTo>
                  <a:cubicBezTo>
                    <a:pt x="6" y="295"/>
                    <a:pt x="210" y="568"/>
                    <a:pt x="210" y="568"/>
                  </a:cubicBezTo>
                  <a:cubicBezTo>
                    <a:pt x="275" y="684"/>
                    <a:pt x="275" y="684"/>
                    <a:pt x="275" y="684"/>
                  </a:cubicBezTo>
                  <a:cubicBezTo>
                    <a:pt x="299" y="727"/>
                    <a:pt x="312" y="782"/>
                    <a:pt x="323" y="830"/>
                  </a:cubicBezTo>
                  <a:cubicBezTo>
                    <a:pt x="343" y="910"/>
                    <a:pt x="344" y="1003"/>
                    <a:pt x="391" y="1074"/>
                  </a:cubicBezTo>
                  <a:cubicBezTo>
                    <a:pt x="397" y="1083"/>
                    <a:pt x="404" y="1092"/>
                    <a:pt x="412" y="1099"/>
                  </a:cubicBezTo>
                  <a:cubicBezTo>
                    <a:pt x="1122" y="1099"/>
                    <a:pt x="1122" y="1099"/>
                    <a:pt x="1122" y="1099"/>
                  </a:cubicBezTo>
                  <a:cubicBezTo>
                    <a:pt x="1177" y="1028"/>
                    <a:pt x="1174" y="955"/>
                    <a:pt x="1188" y="866"/>
                  </a:cubicBezTo>
                  <a:cubicBezTo>
                    <a:pt x="1205" y="764"/>
                    <a:pt x="1255" y="671"/>
                    <a:pt x="1307" y="581"/>
                  </a:cubicBezTo>
                  <a:cubicBezTo>
                    <a:pt x="1323" y="555"/>
                    <a:pt x="1454" y="310"/>
                    <a:pt x="1483" y="236"/>
                  </a:cubicBezTo>
                  <a:cubicBezTo>
                    <a:pt x="1495" y="207"/>
                    <a:pt x="1519" y="117"/>
                    <a:pt x="1518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2" name="Oval 232"/>
            <p:cNvSpPr>
              <a:spLocks noChangeArrowheads="1"/>
            </p:cNvSpPr>
            <p:nvPr/>
          </p:nvSpPr>
          <p:spPr bwMode="auto">
            <a:xfrm>
              <a:off x="2075364" y="2311144"/>
              <a:ext cx="1850412" cy="208608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3" name="Oval 233"/>
            <p:cNvSpPr>
              <a:spLocks noChangeArrowheads="1"/>
            </p:cNvSpPr>
            <p:nvPr/>
          </p:nvSpPr>
          <p:spPr bwMode="auto">
            <a:xfrm>
              <a:off x="2190380" y="2355121"/>
              <a:ext cx="1621507" cy="12178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4" name="Freeform 234"/>
            <p:cNvSpPr/>
            <p:nvPr/>
          </p:nvSpPr>
          <p:spPr bwMode="auto">
            <a:xfrm>
              <a:off x="2678637" y="2921182"/>
              <a:ext cx="643867" cy="833305"/>
            </a:xfrm>
            <a:custGeom>
              <a:avLst/>
              <a:gdLst>
                <a:gd name="T0" fmla="*/ 98 w 528"/>
                <a:gd name="T1" fmla="*/ 684 h 684"/>
                <a:gd name="T2" fmla="*/ 42 w 528"/>
                <a:gd name="T3" fmla="*/ 71 h 684"/>
                <a:gd name="T4" fmla="*/ 100 w 528"/>
                <a:gd name="T5" fmla="*/ 139 h 684"/>
                <a:gd name="T6" fmla="*/ 116 w 528"/>
                <a:gd name="T7" fmla="*/ 146 h 684"/>
                <a:gd name="T8" fmla="*/ 131 w 528"/>
                <a:gd name="T9" fmla="*/ 138 h 684"/>
                <a:gd name="T10" fmla="*/ 193 w 528"/>
                <a:gd name="T11" fmla="*/ 48 h 684"/>
                <a:gd name="T12" fmla="*/ 257 w 528"/>
                <a:gd name="T13" fmla="*/ 143 h 684"/>
                <a:gd name="T14" fmla="*/ 274 w 528"/>
                <a:gd name="T15" fmla="*/ 151 h 684"/>
                <a:gd name="T16" fmla="*/ 290 w 528"/>
                <a:gd name="T17" fmla="*/ 143 h 684"/>
                <a:gd name="T18" fmla="*/ 354 w 528"/>
                <a:gd name="T19" fmla="*/ 51 h 684"/>
                <a:gd name="T20" fmla="*/ 400 w 528"/>
                <a:gd name="T21" fmla="*/ 136 h 684"/>
                <a:gd name="T22" fmla="*/ 415 w 528"/>
                <a:gd name="T23" fmla="*/ 145 h 684"/>
                <a:gd name="T24" fmla="*/ 432 w 528"/>
                <a:gd name="T25" fmla="*/ 138 h 684"/>
                <a:gd name="T26" fmla="*/ 485 w 528"/>
                <a:gd name="T27" fmla="*/ 74 h 684"/>
                <a:gd name="T28" fmla="*/ 423 w 528"/>
                <a:gd name="T29" fmla="*/ 684 h 684"/>
                <a:gd name="T30" fmla="*/ 460 w 528"/>
                <a:gd name="T31" fmla="*/ 684 h 684"/>
                <a:gd name="T32" fmla="*/ 527 w 528"/>
                <a:gd name="T33" fmla="*/ 19 h 684"/>
                <a:gd name="T34" fmla="*/ 515 w 528"/>
                <a:gd name="T35" fmla="*/ 3 h 684"/>
                <a:gd name="T36" fmla="*/ 494 w 528"/>
                <a:gd name="T37" fmla="*/ 9 h 684"/>
                <a:gd name="T38" fmla="*/ 420 w 528"/>
                <a:gd name="T39" fmla="*/ 98 h 684"/>
                <a:gd name="T40" fmla="*/ 373 w 528"/>
                <a:gd name="T41" fmla="*/ 11 h 684"/>
                <a:gd name="T42" fmla="*/ 358 w 528"/>
                <a:gd name="T43" fmla="*/ 2 h 684"/>
                <a:gd name="T44" fmla="*/ 341 w 528"/>
                <a:gd name="T45" fmla="*/ 10 h 684"/>
                <a:gd name="T46" fmla="*/ 274 w 528"/>
                <a:gd name="T47" fmla="*/ 105 h 684"/>
                <a:gd name="T48" fmla="*/ 210 w 528"/>
                <a:gd name="T49" fmla="*/ 10 h 684"/>
                <a:gd name="T50" fmla="*/ 194 w 528"/>
                <a:gd name="T51" fmla="*/ 2 h 684"/>
                <a:gd name="T52" fmla="*/ 178 w 528"/>
                <a:gd name="T53" fmla="*/ 10 h 684"/>
                <a:gd name="T54" fmla="*/ 114 w 528"/>
                <a:gd name="T55" fmla="*/ 102 h 684"/>
                <a:gd name="T56" fmla="*/ 34 w 528"/>
                <a:gd name="T57" fmla="*/ 8 h 684"/>
                <a:gd name="T58" fmla="*/ 12 w 528"/>
                <a:gd name="T59" fmla="*/ 2 h 684"/>
                <a:gd name="T60" fmla="*/ 0 w 528"/>
                <a:gd name="T61" fmla="*/ 18 h 684"/>
                <a:gd name="T62" fmla="*/ 61 w 528"/>
                <a:gd name="T63" fmla="*/ 684 h 684"/>
                <a:gd name="T64" fmla="*/ 98 w 528"/>
                <a:gd name="T65" fmla="*/ 684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28" h="684">
                  <a:moveTo>
                    <a:pt x="98" y="684"/>
                  </a:moveTo>
                  <a:cubicBezTo>
                    <a:pt x="42" y="71"/>
                    <a:pt x="42" y="71"/>
                    <a:pt x="42" y="71"/>
                  </a:cubicBezTo>
                  <a:cubicBezTo>
                    <a:pt x="100" y="139"/>
                    <a:pt x="100" y="139"/>
                    <a:pt x="100" y="139"/>
                  </a:cubicBezTo>
                  <a:cubicBezTo>
                    <a:pt x="104" y="143"/>
                    <a:pt x="110" y="146"/>
                    <a:pt x="116" y="146"/>
                  </a:cubicBezTo>
                  <a:cubicBezTo>
                    <a:pt x="123" y="145"/>
                    <a:pt x="128" y="143"/>
                    <a:pt x="131" y="138"/>
                  </a:cubicBezTo>
                  <a:cubicBezTo>
                    <a:pt x="193" y="48"/>
                    <a:pt x="193" y="48"/>
                    <a:pt x="193" y="48"/>
                  </a:cubicBezTo>
                  <a:cubicBezTo>
                    <a:pt x="257" y="143"/>
                    <a:pt x="257" y="143"/>
                    <a:pt x="257" y="143"/>
                  </a:cubicBezTo>
                  <a:cubicBezTo>
                    <a:pt x="261" y="148"/>
                    <a:pt x="267" y="151"/>
                    <a:pt x="274" y="151"/>
                  </a:cubicBezTo>
                  <a:cubicBezTo>
                    <a:pt x="280" y="151"/>
                    <a:pt x="286" y="148"/>
                    <a:pt x="290" y="143"/>
                  </a:cubicBezTo>
                  <a:cubicBezTo>
                    <a:pt x="354" y="51"/>
                    <a:pt x="354" y="51"/>
                    <a:pt x="354" y="51"/>
                  </a:cubicBezTo>
                  <a:cubicBezTo>
                    <a:pt x="400" y="136"/>
                    <a:pt x="400" y="136"/>
                    <a:pt x="400" y="136"/>
                  </a:cubicBezTo>
                  <a:cubicBezTo>
                    <a:pt x="402" y="141"/>
                    <a:pt x="408" y="144"/>
                    <a:pt x="415" y="145"/>
                  </a:cubicBezTo>
                  <a:cubicBezTo>
                    <a:pt x="421" y="145"/>
                    <a:pt x="428" y="143"/>
                    <a:pt x="432" y="138"/>
                  </a:cubicBezTo>
                  <a:cubicBezTo>
                    <a:pt x="485" y="74"/>
                    <a:pt x="485" y="74"/>
                    <a:pt x="485" y="74"/>
                  </a:cubicBezTo>
                  <a:cubicBezTo>
                    <a:pt x="423" y="684"/>
                    <a:pt x="423" y="684"/>
                    <a:pt x="423" y="684"/>
                  </a:cubicBezTo>
                  <a:cubicBezTo>
                    <a:pt x="460" y="684"/>
                    <a:pt x="460" y="684"/>
                    <a:pt x="460" y="684"/>
                  </a:cubicBezTo>
                  <a:cubicBezTo>
                    <a:pt x="527" y="19"/>
                    <a:pt x="527" y="19"/>
                    <a:pt x="527" y="19"/>
                  </a:cubicBezTo>
                  <a:cubicBezTo>
                    <a:pt x="528" y="12"/>
                    <a:pt x="523" y="6"/>
                    <a:pt x="515" y="3"/>
                  </a:cubicBezTo>
                  <a:cubicBezTo>
                    <a:pt x="507" y="1"/>
                    <a:pt x="499" y="3"/>
                    <a:pt x="494" y="9"/>
                  </a:cubicBezTo>
                  <a:cubicBezTo>
                    <a:pt x="420" y="98"/>
                    <a:pt x="420" y="98"/>
                    <a:pt x="420" y="98"/>
                  </a:cubicBezTo>
                  <a:cubicBezTo>
                    <a:pt x="373" y="11"/>
                    <a:pt x="373" y="11"/>
                    <a:pt x="373" y="11"/>
                  </a:cubicBezTo>
                  <a:cubicBezTo>
                    <a:pt x="371" y="6"/>
                    <a:pt x="364" y="2"/>
                    <a:pt x="358" y="2"/>
                  </a:cubicBezTo>
                  <a:cubicBezTo>
                    <a:pt x="351" y="2"/>
                    <a:pt x="344" y="5"/>
                    <a:pt x="341" y="10"/>
                  </a:cubicBezTo>
                  <a:cubicBezTo>
                    <a:pt x="274" y="105"/>
                    <a:pt x="274" y="105"/>
                    <a:pt x="274" y="105"/>
                  </a:cubicBezTo>
                  <a:cubicBezTo>
                    <a:pt x="210" y="10"/>
                    <a:pt x="210" y="10"/>
                    <a:pt x="210" y="10"/>
                  </a:cubicBezTo>
                  <a:cubicBezTo>
                    <a:pt x="206" y="5"/>
                    <a:pt x="200" y="2"/>
                    <a:pt x="194" y="2"/>
                  </a:cubicBezTo>
                  <a:cubicBezTo>
                    <a:pt x="187" y="2"/>
                    <a:pt x="181" y="5"/>
                    <a:pt x="178" y="10"/>
                  </a:cubicBezTo>
                  <a:cubicBezTo>
                    <a:pt x="114" y="102"/>
                    <a:pt x="114" y="102"/>
                    <a:pt x="114" y="10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29" y="2"/>
                    <a:pt x="20" y="0"/>
                    <a:pt x="12" y="2"/>
                  </a:cubicBezTo>
                  <a:cubicBezTo>
                    <a:pt x="5" y="5"/>
                    <a:pt x="0" y="11"/>
                    <a:pt x="0" y="18"/>
                  </a:cubicBezTo>
                  <a:cubicBezTo>
                    <a:pt x="61" y="684"/>
                    <a:pt x="61" y="684"/>
                    <a:pt x="61" y="684"/>
                  </a:cubicBezTo>
                  <a:lnTo>
                    <a:pt x="98" y="6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5" name="Freeform 235"/>
            <p:cNvSpPr/>
            <p:nvPr/>
          </p:nvSpPr>
          <p:spPr bwMode="auto">
            <a:xfrm>
              <a:off x="2190380" y="1583834"/>
              <a:ext cx="1621507" cy="893069"/>
            </a:xfrm>
            <a:custGeom>
              <a:avLst/>
              <a:gdLst>
                <a:gd name="T0" fmla="*/ 1239 w 1330"/>
                <a:gd name="T1" fmla="*/ 483 h 733"/>
                <a:gd name="T2" fmla="*/ 1273 w 1330"/>
                <a:gd name="T3" fmla="*/ 394 h 733"/>
                <a:gd name="T4" fmla="*/ 1139 w 1330"/>
                <a:gd name="T5" fmla="*/ 260 h 733"/>
                <a:gd name="T6" fmla="*/ 1122 w 1330"/>
                <a:gd name="T7" fmla="*/ 261 h 733"/>
                <a:gd name="T8" fmla="*/ 1130 w 1330"/>
                <a:gd name="T9" fmla="*/ 215 h 733"/>
                <a:gd name="T10" fmla="*/ 996 w 1330"/>
                <a:gd name="T11" fmla="*/ 80 h 733"/>
                <a:gd name="T12" fmla="*/ 926 w 1330"/>
                <a:gd name="T13" fmla="*/ 100 h 733"/>
                <a:gd name="T14" fmla="*/ 796 w 1330"/>
                <a:gd name="T15" fmla="*/ 0 h 733"/>
                <a:gd name="T16" fmla="*/ 794 w 1330"/>
                <a:gd name="T17" fmla="*/ 0 h 733"/>
                <a:gd name="T18" fmla="*/ 791 w 1330"/>
                <a:gd name="T19" fmla="*/ 0 h 733"/>
                <a:gd name="T20" fmla="*/ 665 w 1330"/>
                <a:gd name="T21" fmla="*/ 101 h 733"/>
                <a:gd name="T22" fmla="*/ 539 w 1330"/>
                <a:gd name="T23" fmla="*/ 0 h 733"/>
                <a:gd name="T24" fmla="*/ 536 w 1330"/>
                <a:gd name="T25" fmla="*/ 0 h 733"/>
                <a:gd name="T26" fmla="*/ 533 w 1330"/>
                <a:gd name="T27" fmla="*/ 0 h 733"/>
                <a:gd name="T28" fmla="*/ 403 w 1330"/>
                <a:gd name="T29" fmla="*/ 100 h 733"/>
                <a:gd name="T30" fmla="*/ 334 w 1330"/>
                <a:gd name="T31" fmla="*/ 80 h 733"/>
                <a:gd name="T32" fmla="*/ 199 w 1330"/>
                <a:gd name="T33" fmla="*/ 215 h 733"/>
                <a:gd name="T34" fmla="*/ 207 w 1330"/>
                <a:gd name="T35" fmla="*/ 261 h 733"/>
                <a:gd name="T36" fmla="*/ 191 w 1330"/>
                <a:gd name="T37" fmla="*/ 260 h 733"/>
                <a:gd name="T38" fmla="*/ 56 w 1330"/>
                <a:gd name="T39" fmla="*/ 394 h 733"/>
                <a:gd name="T40" fmla="*/ 90 w 1330"/>
                <a:gd name="T41" fmla="*/ 484 h 733"/>
                <a:gd name="T42" fmla="*/ 0 w 1330"/>
                <a:gd name="T43" fmla="*/ 613 h 733"/>
                <a:gd name="T44" fmla="*/ 13 w 1330"/>
                <a:gd name="T45" fmla="*/ 673 h 733"/>
                <a:gd name="T46" fmla="*/ 28 w 1330"/>
                <a:gd name="T47" fmla="*/ 697 h 733"/>
                <a:gd name="T48" fmla="*/ 607 w 1330"/>
                <a:gd name="T49" fmla="*/ 733 h 733"/>
                <a:gd name="T50" fmla="*/ 665 w 1330"/>
                <a:gd name="T51" fmla="*/ 651 h 733"/>
                <a:gd name="T52" fmla="*/ 723 w 1330"/>
                <a:gd name="T53" fmla="*/ 733 h 733"/>
                <a:gd name="T54" fmla="*/ 1301 w 1330"/>
                <a:gd name="T55" fmla="*/ 697 h 733"/>
                <a:gd name="T56" fmla="*/ 1316 w 1330"/>
                <a:gd name="T57" fmla="*/ 673 h 733"/>
                <a:gd name="T58" fmla="*/ 1330 w 1330"/>
                <a:gd name="T59" fmla="*/ 613 h 733"/>
                <a:gd name="T60" fmla="*/ 1239 w 1330"/>
                <a:gd name="T61" fmla="*/ 48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330" h="733">
                  <a:moveTo>
                    <a:pt x="1239" y="483"/>
                  </a:moveTo>
                  <a:cubicBezTo>
                    <a:pt x="1260" y="460"/>
                    <a:pt x="1273" y="428"/>
                    <a:pt x="1273" y="394"/>
                  </a:cubicBezTo>
                  <a:cubicBezTo>
                    <a:pt x="1273" y="320"/>
                    <a:pt x="1213" y="260"/>
                    <a:pt x="1139" y="260"/>
                  </a:cubicBezTo>
                  <a:cubicBezTo>
                    <a:pt x="1133" y="260"/>
                    <a:pt x="1128" y="260"/>
                    <a:pt x="1122" y="261"/>
                  </a:cubicBezTo>
                  <a:cubicBezTo>
                    <a:pt x="1127" y="246"/>
                    <a:pt x="1130" y="231"/>
                    <a:pt x="1130" y="215"/>
                  </a:cubicBezTo>
                  <a:cubicBezTo>
                    <a:pt x="1130" y="140"/>
                    <a:pt x="1070" y="80"/>
                    <a:pt x="996" y="80"/>
                  </a:cubicBezTo>
                  <a:cubicBezTo>
                    <a:pt x="970" y="80"/>
                    <a:pt x="947" y="87"/>
                    <a:pt x="926" y="100"/>
                  </a:cubicBezTo>
                  <a:cubicBezTo>
                    <a:pt x="911" y="42"/>
                    <a:pt x="859" y="0"/>
                    <a:pt x="796" y="0"/>
                  </a:cubicBezTo>
                  <a:cubicBezTo>
                    <a:pt x="795" y="0"/>
                    <a:pt x="794" y="0"/>
                    <a:pt x="794" y="0"/>
                  </a:cubicBezTo>
                  <a:cubicBezTo>
                    <a:pt x="793" y="0"/>
                    <a:pt x="792" y="0"/>
                    <a:pt x="791" y="0"/>
                  </a:cubicBezTo>
                  <a:cubicBezTo>
                    <a:pt x="729" y="0"/>
                    <a:pt x="678" y="44"/>
                    <a:pt x="665" y="101"/>
                  </a:cubicBezTo>
                  <a:cubicBezTo>
                    <a:pt x="652" y="44"/>
                    <a:pt x="600" y="0"/>
                    <a:pt x="539" y="0"/>
                  </a:cubicBezTo>
                  <a:cubicBezTo>
                    <a:pt x="538" y="0"/>
                    <a:pt x="537" y="0"/>
                    <a:pt x="536" y="0"/>
                  </a:cubicBezTo>
                  <a:cubicBezTo>
                    <a:pt x="535" y="0"/>
                    <a:pt x="534" y="0"/>
                    <a:pt x="533" y="0"/>
                  </a:cubicBezTo>
                  <a:cubicBezTo>
                    <a:pt x="471" y="0"/>
                    <a:pt x="419" y="42"/>
                    <a:pt x="403" y="100"/>
                  </a:cubicBezTo>
                  <a:cubicBezTo>
                    <a:pt x="383" y="87"/>
                    <a:pt x="359" y="80"/>
                    <a:pt x="334" y="80"/>
                  </a:cubicBezTo>
                  <a:cubicBezTo>
                    <a:pt x="259" y="80"/>
                    <a:pt x="199" y="141"/>
                    <a:pt x="199" y="215"/>
                  </a:cubicBezTo>
                  <a:cubicBezTo>
                    <a:pt x="199" y="231"/>
                    <a:pt x="202" y="247"/>
                    <a:pt x="207" y="261"/>
                  </a:cubicBezTo>
                  <a:cubicBezTo>
                    <a:pt x="202" y="260"/>
                    <a:pt x="196" y="260"/>
                    <a:pt x="191" y="260"/>
                  </a:cubicBezTo>
                  <a:cubicBezTo>
                    <a:pt x="117" y="260"/>
                    <a:pt x="56" y="320"/>
                    <a:pt x="56" y="394"/>
                  </a:cubicBezTo>
                  <a:cubicBezTo>
                    <a:pt x="56" y="429"/>
                    <a:pt x="69" y="460"/>
                    <a:pt x="90" y="484"/>
                  </a:cubicBezTo>
                  <a:cubicBezTo>
                    <a:pt x="37" y="503"/>
                    <a:pt x="0" y="554"/>
                    <a:pt x="0" y="613"/>
                  </a:cubicBezTo>
                  <a:cubicBezTo>
                    <a:pt x="0" y="635"/>
                    <a:pt x="5" y="655"/>
                    <a:pt x="13" y="673"/>
                  </a:cubicBezTo>
                  <a:cubicBezTo>
                    <a:pt x="17" y="682"/>
                    <a:pt x="22" y="690"/>
                    <a:pt x="28" y="697"/>
                  </a:cubicBezTo>
                  <a:cubicBezTo>
                    <a:pt x="106" y="716"/>
                    <a:pt x="332" y="731"/>
                    <a:pt x="607" y="733"/>
                  </a:cubicBezTo>
                  <a:cubicBezTo>
                    <a:pt x="636" y="714"/>
                    <a:pt x="657" y="685"/>
                    <a:pt x="665" y="651"/>
                  </a:cubicBezTo>
                  <a:cubicBezTo>
                    <a:pt x="672" y="685"/>
                    <a:pt x="694" y="714"/>
                    <a:pt x="723" y="733"/>
                  </a:cubicBezTo>
                  <a:cubicBezTo>
                    <a:pt x="997" y="731"/>
                    <a:pt x="1224" y="717"/>
                    <a:pt x="1301" y="697"/>
                  </a:cubicBezTo>
                  <a:cubicBezTo>
                    <a:pt x="1307" y="690"/>
                    <a:pt x="1312" y="682"/>
                    <a:pt x="1316" y="673"/>
                  </a:cubicBezTo>
                  <a:cubicBezTo>
                    <a:pt x="1325" y="655"/>
                    <a:pt x="1330" y="635"/>
                    <a:pt x="1330" y="613"/>
                  </a:cubicBezTo>
                  <a:cubicBezTo>
                    <a:pt x="1330" y="554"/>
                    <a:pt x="1292" y="503"/>
                    <a:pt x="1239" y="48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6" name="Freeform 236"/>
            <p:cNvSpPr/>
            <p:nvPr/>
          </p:nvSpPr>
          <p:spPr bwMode="auto">
            <a:xfrm>
              <a:off x="3251463" y="2098025"/>
              <a:ext cx="478108" cy="322498"/>
            </a:xfrm>
            <a:custGeom>
              <a:avLst/>
              <a:gdLst>
                <a:gd name="T0" fmla="*/ 392 w 392"/>
                <a:gd name="T1" fmla="*/ 24 h 265"/>
                <a:gd name="T2" fmla="*/ 166 w 392"/>
                <a:gd name="T3" fmla="*/ 17 h 265"/>
                <a:gd name="T4" fmla="*/ 27 w 392"/>
                <a:gd name="T5" fmla="*/ 112 h 265"/>
                <a:gd name="T6" fmla="*/ 71 w 392"/>
                <a:gd name="T7" fmla="*/ 249 h 265"/>
                <a:gd name="T8" fmla="*/ 126 w 392"/>
                <a:gd name="T9" fmla="*/ 265 h 265"/>
                <a:gd name="T10" fmla="*/ 186 w 392"/>
                <a:gd name="T11" fmla="*/ 237 h 265"/>
                <a:gd name="T12" fmla="*/ 182 w 392"/>
                <a:gd name="T13" fmla="*/ 204 h 265"/>
                <a:gd name="T14" fmla="*/ 149 w 392"/>
                <a:gd name="T15" fmla="*/ 208 h 265"/>
                <a:gd name="T16" fmla="*/ 96 w 392"/>
                <a:gd name="T17" fmla="*/ 209 h 265"/>
                <a:gd name="T18" fmla="*/ 69 w 392"/>
                <a:gd name="T19" fmla="*/ 132 h 265"/>
                <a:gd name="T20" fmla="*/ 176 w 392"/>
                <a:gd name="T21" fmla="*/ 63 h 265"/>
                <a:gd name="T22" fmla="*/ 388 w 392"/>
                <a:gd name="T23" fmla="*/ 71 h 265"/>
                <a:gd name="T24" fmla="*/ 368 w 392"/>
                <a:gd name="T25" fmla="*/ 61 h 265"/>
                <a:gd name="T26" fmla="*/ 392 w 392"/>
                <a:gd name="T27" fmla="*/ 24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92" h="265">
                  <a:moveTo>
                    <a:pt x="392" y="24"/>
                  </a:moveTo>
                  <a:cubicBezTo>
                    <a:pt x="319" y="6"/>
                    <a:pt x="244" y="0"/>
                    <a:pt x="166" y="17"/>
                  </a:cubicBezTo>
                  <a:cubicBezTo>
                    <a:pt x="95" y="33"/>
                    <a:pt x="49" y="65"/>
                    <a:pt x="27" y="112"/>
                  </a:cubicBezTo>
                  <a:cubicBezTo>
                    <a:pt x="0" y="170"/>
                    <a:pt x="31" y="224"/>
                    <a:pt x="71" y="249"/>
                  </a:cubicBezTo>
                  <a:cubicBezTo>
                    <a:pt x="89" y="260"/>
                    <a:pt x="108" y="265"/>
                    <a:pt x="126" y="265"/>
                  </a:cubicBezTo>
                  <a:cubicBezTo>
                    <a:pt x="149" y="265"/>
                    <a:pt x="171" y="255"/>
                    <a:pt x="186" y="237"/>
                  </a:cubicBezTo>
                  <a:cubicBezTo>
                    <a:pt x="194" y="227"/>
                    <a:pt x="192" y="212"/>
                    <a:pt x="182" y="204"/>
                  </a:cubicBezTo>
                  <a:cubicBezTo>
                    <a:pt x="172" y="196"/>
                    <a:pt x="157" y="198"/>
                    <a:pt x="149" y="208"/>
                  </a:cubicBezTo>
                  <a:cubicBezTo>
                    <a:pt x="136" y="225"/>
                    <a:pt x="112" y="219"/>
                    <a:pt x="96" y="209"/>
                  </a:cubicBezTo>
                  <a:cubicBezTo>
                    <a:pt x="78" y="198"/>
                    <a:pt x="51" y="169"/>
                    <a:pt x="69" y="132"/>
                  </a:cubicBezTo>
                  <a:cubicBezTo>
                    <a:pt x="84" y="99"/>
                    <a:pt x="120" y="75"/>
                    <a:pt x="176" y="63"/>
                  </a:cubicBezTo>
                  <a:cubicBezTo>
                    <a:pt x="248" y="46"/>
                    <a:pt x="319" y="53"/>
                    <a:pt x="388" y="71"/>
                  </a:cubicBezTo>
                  <a:cubicBezTo>
                    <a:pt x="382" y="67"/>
                    <a:pt x="375" y="64"/>
                    <a:pt x="368" y="61"/>
                  </a:cubicBezTo>
                  <a:cubicBezTo>
                    <a:pt x="378" y="50"/>
                    <a:pt x="386" y="37"/>
                    <a:pt x="392" y="24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7" name="Freeform 237"/>
            <p:cNvSpPr/>
            <p:nvPr/>
          </p:nvSpPr>
          <p:spPr bwMode="auto">
            <a:xfrm>
              <a:off x="3317993" y="1861227"/>
              <a:ext cx="287541" cy="124037"/>
            </a:xfrm>
            <a:custGeom>
              <a:avLst/>
              <a:gdLst>
                <a:gd name="T0" fmla="*/ 179 w 236"/>
                <a:gd name="T1" fmla="*/ 25 h 102"/>
                <a:gd name="T2" fmla="*/ 29 w 236"/>
                <a:gd name="T3" fmla="*/ 51 h 102"/>
                <a:gd name="T4" fmla="*/ 2 w 236"/>
                <a:gd name="T5" fmla="*/ 70 h 102"/>
                <a:gd name="T6" fmla="*/ 21 w 236"/>
                <a:gd name="T7" fmla="*/ 97 h 102"/>
                <a:gd name="T8" fmla="*/ 78 w 236"/>
                <a:gd name="T9" fmla="*/ 102 h 102"/>
                <a:gd name="T10" fmla="*/ 207 w 236"/>
                <a:gd name="T11" fmla="*/ 62 h 102"/>
                <a:gd name="T12" fmla="*/ 236 w 236"/>
                <a:gd name="T13" fmla="*/ 34 h 102"/>
                <a:gd name="T14" fmla="*/ 214 w 236"/>
                <a:gd name="T15" fmla="*/ 32 h 102"/>
                <a:gd name="T16" fmla="*/ 197 w 236"/>
                <a:gd name="T17" fmla="*/ 33 h 102"/>
                <a:gd name="T18" fmla="*/ 204 w 236"/>
                <a:gd name="T19" fmla="*/ 0 h 102"/>
                <a:gd name="T20" fmla="*/ 179 w 236"/>
                <a:gd name="T21" fmla="*/ 2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6" h="102">
                  <a:moveTo>
                    <a:pt x="179" y="25"/>
                  </a:moveTo>
                  <a:cubicBezTo>
                    <a:pt x="141" y="53"/>
                    <a:pt x="91" y="62"/>
                    <a:pt x="29" y="51"/>
                  </a:cubicBezTo>
                  <a:cubicBezTo>
                    <a:pt x="17" y="49"/>
                    <a:pt x="5" y="57"/>
                    <a:pt x="2" y="70"/>
                  </a:cubicBezTo>
                  <a:cubicBezTo>
                    <a:pt x="0" y="83"/>
                    <a:pt x="9" y="95"/>
                    <a:pt x="21" y="97"/>
                  </a:cubicBezTo>
                  <a:cubicBezTo>
                    <a:pt x="41" y="101"/>
                    <a:pt x="60" y="102"/>
                    <a:pt x="78" y="102"/>
                  </a:cubicBezTo>
                  <a:cubicBezTo>
                    <a:pt x="128" y="102"/>
                    <a:pt x="172" y="89"/>
                    <a:pt x="207" y="62"/>
                  </a:cubicBezTo>
                  <a:cubicBezTo>
                    <a:pt x="218" y="53"/>
                    <a:pt x="228" y="44"/>
                    <a:pt x="236" y="34"/>
                  </a:cubicBezTo>
                  <a:cubicBezTo>
                    <a:pt x="229" y="33"/>
                    <a:pt x="221" y="32"/>
                    <a:pt x="214" y="32"/>
                  </a:cubicBezTo>
                  <a:cubicBezTo>
                    <a:pt x="208" y="32"/>
                    <a:pt x="203" y="32"/>
                    <a:pt x="197" y="33"/>
                  </a:cubicBezTo>
                  <a:cubicBezTo>
                    <a:pt x="201" y="22"/>
                    <a:pt x="203" y="11"/>
                    <a:pt x="204" y="0"/>
                  </a:cubicBezTo>
                  <a:cubicBezTo>
                    <a:pt x="197" y="9"/>
                    <a:pt x="189" y="17"/>
                    <a:pt x="179" y="25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8" name="Freeform 238"/>
            <p:cNvSpPr/>
            <p:nvPr/>
          </p:nvSpPr>
          <p:spPr bwMode="auto">
            <a:xfrm>
              <a:off x="3222146" y="1663894"/>
              <a:ext cx="135313" cy="172525"/>
            </a:xfrm>
            <a:custGeom>
              <a:avLst/>
              <a:gdLst>
                <a:gd name="T0" fmla="*/ 13 w 111"/>
                <a:gd name="T1" fmla="*/ 100 h 142"/>
                <a:gd name="T2" fmla="*/ 7 w 111"/>
                <a:gd name="T3" fmla="*/ 132 h 142"/>
                <a:gd name="T4" fmla="*/ 26 w 111"/>
                <a:gd name="T5" fmla="*/ 142 h 142"/>
                <a:gd name="T6" fmla="*/ 40 w 111"/>
                <a:gd name="T7" fmla="*/ 138 h 142"/>
                <a:gd name="T8" fmla="*/ 110 w 111"/>
                <a:gd name="T9" fmla="*/ 24 h 142"/>
                <a:gd name="T10" fmla="*/ 111 w 111"/>
                <a:gd name="T11" fmla="*/ 20 h 142"/>
                <a:gd name="T12" fmla="*/ 79 w 111"/>
                <a:gd name="T13" fmla="*/ 34 h 142"/>
                <a:gd name="T14" fmla="*/ 65 w 111"/>
                <a:gd name="T15" fmla="*/ 0 h 142"/>
                <a:gd name="T16" fmla="*/ 64 w 111"/>
                <a:gd name="T17" fmla="*/ 18 h 142"/>
                <a:gd name="T18" fmla="*/ 13 w 111"/>
                <a:gd name="T19" fmla="*/ 10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" h="142">
                  <a:moveTo>
                    <a:pt x="13" y="100"/>
                  </a:moveTo>
                  <a:cubicBezTo>
                    <a:pt x="2" y="107"/>
                    <a:pt x="0" y="122"/>
                    <a:pt x="7" y="132"/>
                  </a:cubicBezTo>
                  <a:cubicBezTo>
                    <a:pt x="12" y="139"/>
                    <a:pt x="19" y="142"/>
                    <a:pt x="26" y="142"/>
                  </a:cubicBezTo>
                  <a:cubicBezTo>
                    <a:pt x="31" y="142"/>
                    <a:pt x="36" y="141"/>
                    <a:pt x="40" y="138"/>
                  </a:cubicBezTo>
                  <a:cubicBezTo>
                    <a:pt x="81" y="108"/>
                    <a:pt x="104" y="70"/>
                    <a:pt x="110" y="24"/>
                  </a:cubicBezTo>
                  <a:cubicBezTo>
                    <a:pt x="111" y="23"/>
                    <a:pt x="110" y="21"/>
                    <a:pt x="111" y="20"/>
                  </a:cubicBezTo>
                  <a:cubicBezTo>
                    <a:pt x="99" y="23"/>
                    <a:pt x="89" y="28"/>
                    <a:pt x="79" y="34"/>
                  </a:cubicBezTo>
                  <a:cubicBezTo>
                    <a:pt x="76" y="22"/>
                    <a:pt x="71" y="11"/>
                    <a:pt x="65" y="0"/>
                  </a:cubicBezTo>
                  <a:cubicBezTo>
                    <a:pt x="65" y="6"/>
                    <a:pt x="65" y="12"/>
                    <a:pt x="64" y="18"/>
                  </a:cubicBezTo>
                  <a:cubicBezTo>
                    <a:pt x="60" y="51"/>
                    <a:pt x="43" y="78"/>
                    <a:pt x="13" y="10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39" name="Freeform 239"/>
            <p:cNvSpPr/>
            <p:nvPr/>
          </p:nvSpPr>
          <p:spPr bwMode="auto">
            <a:xfrm>
              <a:off x="2255781" y="2117195"/>
              <a:ext cx="566062" cy="275137"/>
            </a:xfrm>
            <a:custGeom>
              <a:avLst/>
              <a:gdLst>
                <a:gd name="T0" fmla="*/ 186 w 464"/>
                <a:gd name="T1" fmla="*/ 113 h 226"/>
                <a:gd name="T2" fmla="*/ 351 w 464"/>
                <a:gd name="T3" fmla="*/ 226 h 226"/>
                <a:gd name="T4" fmla="*/ 357 w 464"/>
                <a:gd name="T5" fmla="*/ 226 h 226"/>
                <a:gd name="T6" fmla="*/ 458 w 464"/>
                <a:gd name="T7" fmla="*/ 181 h 226"/>
                <a:gd name="T8" fmla="*/ 449 w 464"/>
                <a:gd name="T9" fmla="*/ 150 h 226"/>
                <a:gd name="T10" fmla="*/ 417 w 464"/>
                <a:gd name="T11" fmla="*/ 158 h 226"/>
                <a:gd name="T12" fmla="*/ 353 w 464"/>
                <a:gd name="T13" fmla="*/ 180 h 226"/>
                <a:gd name="T14" fmla="*/ 228 w 464"/>
                <a:gd name="T15" fmla="*/ 93 h 226"/>
                <a:gd name="T16" fmla="*/ 16 w 464"/>
                <a:gd name="T17" fmla="*/ 14 h 226"/>
                <a:gd name="T18" fmla="*/ 36 w 464"/>
                <a:gd name="T19" fmla="*/ 46 h 226"/>
                <a:gd name="T20" fmla="*/ 0 w 464"/>
                <a:gd name="T21" fmla="*/ 65 h 226"/>
                <a:gd name="T22" fmla="*/ 186 w 464"/>
                <a:gd name="T23" fmla="*/ 113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4" h="226">
                  <a:moveTo>
                    <a:pt x="186" y="113"/>
                  </a:moveTo>
                  <a:cubicBezTo>
                    <a:pt x="219" y="181"/>
                    <a:pt x="281" y="224"/>
                    <a:pt x="351" y="226"/>
                  </a:cubicBezTo>
                  <a:cubicBezTo>
                    <a:pt x="353" y="226"/>
                    <a:pt x="355" y="226"/>
                    <a:pt x="357" y="226"/>
                  </a:cubicBezTo>
                  <a:cubicBezTo>
                    <a:pt x="403" y="226"/>
                    <a:pt x="442" y="209"/>
                    <a:pt x="458" y="181"/>
                  </a:cubicBezTo>
                  <a:cubicBezTo>
                    <a:pt x="464" y="170"/>
                    <a:pt x="460" y="156"/>
                    <a:pt x="449" y="150"/>
                  </a:cubicBezTo>
                  <a:cubicBezTo>
                    <a:pt x="438" y="143"/>
                    <a:pt x="424" y="147"/>
                    <a:pt x="417" y="158"/>
                  </a:cubicBezTo>
                  <a:cubicBezTo>
                    <a:pt x="411" y="170"/>
                    <a:pt x="386" y="182"/>
                    <a:pt x="353" y="180"/>
                  </a:cubicBezTo>
                  <a:cubicBezTo>
                    <a:pt x="327" y="179"/>
                    <a:pt x="264" y="169"/>
                    <a:pt x="228" y="93"/>
                  </a:cubicBezTo>
                  <a:cubicBezTo>
                    <a:pt x="186" y="7"/>
                    <a:pt x="92" y="0"/>
                    <a:pt x="16" y="14"/>
                  </a:cubicBezTo>
                  <a:cubicBezTo>
                    <a:pt x="21" y="25"/>
                    <a:pt x="28" y="36"/>
                    <a:pt x="36" y="46"/>
                  </a:cubicBezTo>
                  <a:cubicBezTo>
                    <a:pt x="23" y="50"/>
                    <a:pt x="11" y="57"/>
                    <a:pt x="0" y="65"/>
                  </a:cubicBezTo>
                  <a:cubicBezTo>
                    <a:pt x="53" y="52"/>
                    <a:pt x="150" y="38"/>
                    <a:pt x="186" y="11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0" name="Freeform 240"/>
            <p:cNvSpPr/>
            <p:nvPr/>
          </p:nvSpPr>
          <p:spPr bwMode="auto">
            <a:xfrm>
              <a:off x="2400116" y="1837547"/>
              <a:ext cx="366474" cy="226650"/>
            </a:xfrm>
            <a:custGeom>
              <a:avLst/>
              <a:gdLst>
                <a:gd name="T0" fmla="*/ 124 w 301"/>
                <a:gd name="T1" fmla="*/ 186 h 186"/>
                <a:gd name="T2" fmla="*/ 132 w 301"/>
                <a:gd name="T3" fmla="*/ 186 h 186"/>
                <a:gd name="T4" fmla="*/ 296 w 301"/>
                <a:gd name="T5" fmla="*/ 103 h 186"/>
                <a:gd name="T6" fmla="*/ 282 w 301"/>
                <a:gd name="T7" fmla="*/ 71 h 186"/>
                <a:gd name="T8" fmla="*/ 250 w 301"/>
                <a:gd name="T9" fmla="*/ 85 h 186"/>
                <a:gd name="T10" fmla="*/ 120 w 301"/>
                <a:gd name="T11" fmla="*/ 137 h 186"/>
                <a:gd name="T12" fmla="*/ 56 w 301"/>
                <a:gd name="T13" fmla="*/ 69 h 186"/>
                <a:gd name="T14" fmla="*/ 28 w 301"/>
                <a:gd name="T15" fmla="*/ 0 h 186"/>
                <a:gd name="T16" fmla="*/ 27 w 301"/>
                <a:gd name="T17" fmla="*/ 6 h 186"/>
                <a:gd name="T18" fmla="*/ 35 w 301"/>
                <a:gd name="T19" fmla="*/ 52 h 186"/>
                <a:gd name="T20" fmla="*/ 19 w 301"/>
                <a:gd name="T21" fmla="*/ 51 h 186"/>
                <a:gd name="T22" fmla="*/ 0 w 301"/>
                <a:gd name="T23" fmla="*/ 53 h 186"/>
                <a:gd name="T24" fmla="*/ 9 w 301"/>
                <a:gd name="T25" fmla="*/ 80 h 186"/>
                <a:gd name="T26" fmla="*/ 124 w 301"/>
                <a:gd name="T27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01" h="186">
                  <a:moveTo>
                    <a:pt x="124" y="186"/>
                  </a:moveTo>
                  <a:cubicBezTo>
                    <a:pt x="127" y="186"/>
                    <a:pt x="130" y="186"/>
                    <a:pt x="132" y="186"/>
                  </a:cubicBezTo>
                  <a:cubicBezTo>
                    <a:pt x="204" y="186"/>
                    <a:pt x="284" y="136"/>
                    <a:pt x="296" y="103"/>
                  </a:cubicBezTo>
                  <a:cubicBezTo>
                    <a:pt x="301" y="90"/>
                    <a:pt x="294" y="76"/>
                    <a:pt x="282" y="71"/>
                  </a:cubicBezTo>
                  <a:cubicBezTo>
                    <a:pt x="269" y="67"/>
                    <a:pt x="255" y="73"/>
                    <a:pt x="250" y="85"/>
                  </a:cubicBezTo>
                  <a:cubicBezTo>
                    <a:pt x="242" y="100"/>
                    <a:pt x="175" y="144"/>
                    <a:pt x="120" y="137"/>
                  </a:cubicBezTo>
                  <a:cubicBezTo>
                    <a:pt x="87" y="132"/>
                    <a:pt x="66" y="110"/>
                    <a:pt x="56" y="69"/>
                  </a:cubicBezTo>
                  <a:cubicBezTo>
                    <a:pt x="49" y="42"/>
                    <a:pt x="40" y="20"/>
                    <a:pt x="28" y="0"/>
                  </a:cubicBezTo>
                  <a:cubicBezTo>
                    <a:pt x="28" y="2"/>
                    <a:pt x="27" y="4"/>
                    <a:pt x="27" y="6"/>
                  </a:cubicBezTo>
                  <a:cubicBezTo>
                    <a:pt x="27" y="22"/>
                    <a:pt x="30" y="38"/>
                    <a:pt x="35" y="52"/>
                  </a:cubicBezTo>
                  <a:cubicBezTo>
                    <a:pt x="30" y="51"/>
                    <a:pt x="24" y="51"/>
                    <a:pt x="19" y="51"/>
                  </a:cubicBezTo>
                  <a:cubicBezTo>
                    <a:pt x="12" y="51"/>
                    <a:pt x="6" y="52"/>
                    <a:pt x="0" y="53"/>
                  </a:cubicBezTo>
                  <a:cubicBezTo>
                    <a:pt x="3" y="61"/>
                    <a:pt x="6" y="70"/>
                    <a:pt x="9" y="80"/>
                  </a:cubicBezTo>
                  <a:cubicBezTo>
                    <a:pt x="25" y="145"/>
                    <a:pt x="66" y="183"/>
                    <a:pt x="124" y="186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1" name="Freeform 241"/>
            <p:cNvSpPr/>
            <p:nvPr/>
          </p:nvSpPr>
          <p:spPr bwMode="auto">
            <a:xfrm>
              <a:off x="2635787" y="1670660"/>
              <a:ext cx="169142" cy="136442"/>
            </a:xfrm>
            <a:custGeom>
              <a:avLst/>
              <a:gdLst>
                <a:gd name="T0" fmla="*/ 110 w 138"/>
                <a:gd name="T1" fmla="*/ 111 h 112"/>
                <a:gd name="T2" fmla="*/ 112 w 138"/>
                <a:gd name="T3" fmla="*/ 112 h 112"/>
                <a:gd name="T4" fmla="*/ 137 w 138"/>
                <a:gd name="T5" fmla="*/ 90 h 112"/>
                <a:gd name="T6" fmla="*/ 115 w 138"/>
                <a:gd name="T7" fmla="*/ 63 h 112"/>
                <a:gd name="T8" fmla="*/ 49 w 138"/>
                <a:gd name="T9" fmla="*/ 0 h 112"/>
                <a:gd name="T10" fmla="*/ 37 w 138"/>
                <a:gd name="T11" fmla="*/ 28 h 112"/>
                <a:gd name="T12" fmla="*/ 0 w 138"/>
                <a:gd name="T13" fmla="*/ 13 h 112"/>
                <a:gd name="T14" fmla="*/ 110 w 138"/>
                <a:gd name="T15" fmla="*/ 111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8" h="112">
                  <a:moveTo>
                    <a:pt x="110" y="111"/>
                  </a:moveTo>
                  <a:cubicBezTo>
                    <a:pt x="111" y="112"/>
                    <a:pt x="112" y="112"/>
                    <a:pt x="112" y="112"/>
                  </a:cubicBezTo>
                  <a:cubicBezTo>
                    <a:pt x="125" y="112"/>
                    <a:pt x="135" y="102"/>
                    <a:pt x="137" y="90"/>
                  </a:cubicBezTo>
                  <a:cubicBezTo>
                    <a:pt x="138" y="76"/>
                    <a:pt x="128" y="64"/>
                    <a:pt x="115" y="63"/>
                  </a:cubicBezTo>
                  <a:cubicBezTo>
                    <a:pt x="86" y="60"/>
                    <a:pt x="64" y="30"/>
                    <a:pt x="49" y="0"/>
                  </a:cubicBezTo>
                  <a:cubicBezTo>
                    <a:pt x="44" y="9"/>
                    <a:pt x="40" y="18"/>
                    <a:pt x="37" y="28"/>
                  </a:cubicBezTo>
                  <a:cubicBezTo>
                    <a:pt x="26" y="21"/>
                    <a:pt x="14" y="16"/>
                    <a:pt x="0" y="13"/>
                  </a:cubicBezTo>
                  <a:cubicBezTo>
                    <a:pt x="20" y="55"/>
                    <a:pt x="54" y="105"/>
                    <a:pt x="110" y="11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2" name="Freeform 242"/>
            <p:cNvSpPr/>
            <p:nvPr/>
          </p:nvSpPr>
          <p:spPr bwMode="auto">
            <a:xfrm>
              <a:off x="2984219" y="1663894"/>
              <a:ext cx="33828" cy="755500"/>
            </a:xfrm>
            <a:custGeom>
              <a:avLst/>
              <a:gdLst>
                <a:gd name="T0" fmla="*/ 0 w 28"/>
                <a:gd name="T1" fmla="*/ 0 h 620"/>
                <a:gd name="T2" fmla="*/ 0 w 28"/>
                <a:gd name="T3" fmla="*/ 620 h 620"/>
                <a:gd name="T4" fmla="*/ 14 w 28"/>
                <a:gd name="T5" fmla="*/ 585 h 620"/>
                <a:gd name="T6" fmla="*/ 28 w 28"/>
                <a:gd name="T7" fmla="*/ 620 h 620"/>
                <a:gd name="T8" fmla="*/ 28 w 28"/>
                <a:gd name="T9" fmla="*/ 0 h 620"/>
                <a:gd name="T10" fmla="*/ 14 w 28"/>
                <a:gd name="T11" fmla="*/ 35 h 620"/>
                <a:gd name="T12" fmla="*/ 0 w 28"/>
                <a:gd name="T13" fmla="*/ 0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620">
                  <a:moveTo>
                    <a:pt x="0" y="0"/>
                  </a:moveTo>
                  <a:cubicBezTo>
                    <a:pt x="0" y="620"/>
                    <a:pt x="0" y="620"/>
                    <a:pt x="0" y="620"/>
                  </a:cubicBezTo>
                  <a:cubicBezTo>
                    <a:pt x="6" y="609"/>
                    <a:pt x="11" y="597"/>
                    <a:pt x="14" y="585"/>
                  </a:cubicBezTo>
                  <a:cubicBezTo>
                    <a:pt x="17" y="597"/>
                    <a:pt x="21" y="609"/>
                    <a:pt x="28" y="62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1" y="11"/>
                    <a:pt x="17" y="23"/>
                    <a:pt x="14" y="35"/>
                  </a:cubicBezTo>
                  <a:cubicBezTo>
                    <a:pt x="11" y="23"/>
                    <a:pt x="6" y="11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3" name="Freeform 243"/>
            <p:cNvSpPr/>
            <p:nvPr/>
          </p:nvSpPr>
          <p:spPr bwMode="auto">
            <a:xfrm>
              <a:off x="2631276" y="3754489"/>
              <a:ext cx="738586" cy="142079"/>
            </a:xfrm>
            <a:custGeom>
              <a:avLst/>
              <a:gdLst>
                <a:gd name="T0" fmla="*/ 0 w 606"/>
                <a:gd name="T1" fmla="*/ 0 h 116"/>
                <a:gd name="T2" fmla="*/ 0 w 606"/>
                <a:gd name="T3" fmla="*/ 64 h 116"/>
                <a:gd name="T4" fmla="*/ 35 w 606"/>
                <a:gd name="T5" fmla="*/ 116 h 116"/>
                <a:gd name="T6" fmla="*/ 570 w 606"/>
                <a:gd name="T7" fmla="*/ 116 h 116"/>
                <a:gd name="T8" fmla="*/ 606 w 606"/>
                <a:gd name="T9" fmla="*/ 64 h 116"/>
                <a:gd name="T10" fmla="*/ 606 w 606"/>
                <a:gd name="T11" fmla="*/ 0 h 116"/>
                <a:gd name="T12" fmla="*/ 0 w 606"/>
                <a:gd name="T13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6" h="116">
                  <a:moveTo>
                    <a:pt x="0" y="0"/>
                  </a:moveTo>
                  <a:cubicBezTo>
                    <a:pt x="0" y="64"/>
                    <a:pt x="0" y="64"/>
                    <a:pt x="0" y="64"/>
                  </a:cubicBezTo>
                  <a:cubicBezTo>
                    <a:pt x="0" y="93"/>
                    <a:pt x="16" y="116"/>
                    <a:pt x="35" y="116"/>
                  </a:cubicBezTo>
                  <a:cubicBezTo>
                    <a:pt x="570" y="116"/>
                    <a:pt x="570" y="116"/>
                    <a:pt x="570" y="116"/>
                  </a:cubicBezTo>
                  <a:cubicBezTo>
                    <a:pt x="590" y="116"/>
                    <a:pt x="606" y="93"/>
                    <a:pt x="606" y="64"/>
                  </a:cubicBezTo>
                  <a:cubicBezTo>
                    <a:pt x="606" y="0"/>
                    <a:pt x="606" y="0"/>
                    <a:pt x="60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4" name="Freeform 244"/>
            <p:cNvSpPr/>
            <p:nvPr/>
          </p:nvSpPr>
          <p:spPr bwMode="auto">
            <a:xfrm>
              <a:off x="2872586" y="4314912"/>
              <a:ext cx="255968" cy="85699"/>
            </a:xfrm>
            <a:custGeom>
              <a:avLst/>
              <a:gdLst>
                <a:gd name="T0" fmla="*/ 105 w 210"/>
                <a:gd name="T1" fmla="*/ 70 h 70"/>
                <a:gd name="T2" fmla="*/ 210 w 210"/>
                <a:gd name="T3" fmla="*/ 0 h 70"/>
                <a:gd name="T4" fmla="*/ 0 w 210"/>
                <a:gd name="T5" fmla="*/ 0 h 70"/>
                <a:gd name="T6" fmla="*/ 105 w 210"/>
                <a:gd name="T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0" h="70">
                  <a:moveTo>
                    <a:pt x="105" y="70"/>
                  </a:moveTo>
                  <a:cubicBezTo>
                    <a:pt x="163" y="70"/>
                    <a:pt x="210" y="39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47" y="70"/>
                    <a:pt x="105" y="7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5" name="Freeform 245"/>
            <p:cNvSpPr/>
            <p:nvPr/>
          </p:nvSpPr>
          <p:spPr bwMode="auto">
            <a:xfrm>
              <a:off x="2687657" y="3854846"/>
              <a:ext cx="624698" cy="460066"/>
            </a:xfrm>
            <a:custGeom>
              <a:avLst/>
              <a:gdLst>
                <a:gd name="T0" fmla="*/ 500 w 513"/>
                <a:gd name="T1" fmla="*/ 0 h 378"/>
                <a:gd name="T2" fmla="*/ 13 w 513"/>
                <a:gd name="T3" fmla="*/ 0 h 378"/>
                <a:gd name="T4" fmla="*/ 0 w 513"/>
                <a:gd name="T5" fmla="*/ 13 h 378"/>
                <a:gd name="T6" fmla="*/ 0 w 513"/>
                <a:gd name="T7" fmla="*/ 199 h 378"/>
                <a:gd name="T8" fmla="*/ 3 w 513"/>
                <a:gd name="T9" fmla="*/ 207 h 378"/>
                <a:gd name="T10" fmla="*/ 143 w 513"/>
                <a:gd name="T11" fmla="*/ 374 h 378"/>
                <a:gd name="T12" fmla="*/ 153 w 513"/>
                <a:gd name="T13" fmla="*/ 378 h 378"/>
                <a:gd name="T14" fmla="*/ 360 w 513"/>
                <a:gd name="T15" fmla="*/ 378 h 378"/>
                <a:gd name="T16" fmla="*/ 370 w 513"/>
                <a:gd name="T17" fmla="*/ 374 h 378"/>
                <a:gd name="T18" fmla="*/ 510 w 513"/>
                <a:gd name="T19" fmla="*/ 207 h 378"/>
                <a:gd name="T20" fmla="*/ 513 w 513"/>
                <a:gd name="T21" fmla="*/ 199 h 378"/>
                <a:gd name="T22" fmla="*/ 513 w 513"/>
                <a:gd name="T23" fmla="*/ 13 h 378"/>
                <a:gd name="T24" fmla="*/ 500 w 513"/>
                <a:gd name="T25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3" h="378">
                  <a:moveTo>
                    <a:pt x="500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99"/>
                    <a:pt x="0" y="199"/>
                    <a:pt x="0" y="199"/>
                  </a:cubicBezTo>
                  <a:cubicBezTo>
                    <a:pt x="0" y="202"/>
                    <a:pt x="1" y="205"/>
                    <a:pt x="3" y="207"/>
                  </a:cubicBezTo>
                  <a:cubicBezTo>
                    <a:pt x="143" y="374"/>
                    <a:pt x="143" y="374"/>
                    <a:pt x="143" y="374"/>
                  </a:cubicBezTo>
                  <a:cubicBezTo>
                    <a:pt x="146" y="377"/>
                    <a:pt x="149" y="378"/>
                    <a:pt x="153" y="378"/>
                  </a:cubicBezTo>
                  <a:cubicBezTo>
                    <a:pt x="360" y="378"/>
                    <a:pt x="360" y="378"/>
                    <a:pt x="360" y="378"/>
                  </a:cubicBezTo>
                  <a:cubicBezTo>
                    <a:pt x="364" y="378"/>
                    <a:pt x="368" y="377"/>
                    <a:pt x="370" y="374"/>
                  </a:cubicBezTo>
                  <a:cubicBezTo>
                    <a:pt x="510" y="207"/>
                    <a:pt x="510" y="207"/>
                    <a:pt x="510" y="207"/>
                  </a:cubicBezTo>
                  <a:cubicBezTo>
                    <a:pt x="512" y="205"/>
                    <a:pt x="513" y="202"/>
                    <a:pt x="513" y="199"/>
                  </a:cubicBezTo>
                  <a:cubicBezTo>
                    <a:pt x="513" y="13"/>
                    <a:pt x="513" y="13"/>
                    <a:pt x="513" y="13"/>
                  </a:cubicBezTo>
                  <a:cubicBezTo>
                    <a:pt x="513" y="6"/>
                    <a:pt x="508" y="0"/>
                    <a:pt x="50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6" name="Rectangle 246"/>
            <p:cNvSpPr>
              <a:spLocks noChangeArrowheads="1"/>
            </p:cNvSpPr>
            <p:nvPr/>
          </p:nvSpPr>
          <p:spPr bwMode="auto">
            <a:xfrm>
              <a:off x="2687657" y="3896568"/>
              <a:ext cx="624698" cy="3495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7" name="Freeform 247"/>
            <p:cNvSpPr/>
            <p:nvPr/>
          </p:nvSpPr>
          <p:spPr bwMode="auto">
            <a:xfrm>
              <a:off x="2872586" y="4314912"/>
              <a:ext cx="255968" cy="10148"/>
            </a:xfrm>
            <a:custGeom>
              <a:avLst/>
              <a:gdLst>
                <a:gd name="T0" fmla="*/ 1 w 210"/>
                <a:gd name="T1" fmla="*/ 8 h 8"/>
                <a:gd name="T2" fmla="*/ 209 w 210"/>
                <a:gd name="T3" fmla="*/ 8 h 8"/>
                <a:gd name="T4" fmla="*/ 210 w 210"/>
                <a:gd name="T5" fmla="*/ 0 h 8"/>
                <a:gd name="T6" fmla="*/ 0 w 210"/>
                <a:gd name="T7" fmla="*/ 0 h 8"/>
                <a:gd name="T8" fmla="*/ 1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1" y="8"/>
                  </a:moveTo>
                  <a:cubicBezTo>
                    <a:pt x="209" y="8"/>
                    <a:pt x="209" y="8"/>
                    <a:pt x="209" y="8"/>
                  </a:cubicBezTo>
                  <a:cubicBezTo>
                    <a:pt x="209" y="6"/>
                    <a:pt x="210" y="3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6"/>
                    <a:pt x="1" y="8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48" name="Freeform 248"/>
            <p:cNvSpPr/>
            <p:nvPr/>
          </p:nvSpPr>
          <p:spPr bwMode="auto">
            <a:xfrm>
              <a:off x="2687657" y="4097283"/>
              <a:ext cx="624698" cy="217629"/>
            </a:xfrm>
            <a:custGeom>
              <a:avLst/>
              <a:gdLst>
                <a:gd name="T0" fmla="*/ 0 w 513"/>
                <a:gd name="T1" fmla="*/ 0 h 179"/>
                <a:gd name="T2" fmla="*/ 0 w 513"/>
                <a:gd name="T3" fmla="*/ 0 h 179"/>
                <a:gd name="T4" fmla="*/ 3 w 513"/>
                <a:gd name="T5" fmla="*/ 8 h 179"/>
                <a:gd name="T6" fmla="*/ 143 w 513"/>
                <a:gd name="T7" fmla="*/ 175 h 179"/>
                <a:gd name="T8" fmla="*/ 153 w 513"/>
                <a:gd name="T9" fmla="*/ 179 h 179"/>
                <a:gd name="T10" fmla="*/ 360 w 513"/>
                <a:gd name="T11" fmla="*/ 179 h 179"/>
                <a:gd name="T12" fmla="*/ 370 w 513"/>
                <a:gd name="T13" fmla="*/ 175 h 179"/>
                <a:gd name="T14" fmla="*/ 510 w 513"/>
                <a:gd name="T15" fmla="*/ 8 h 179"/>
                <a:gd name="T16" fmla="*/ 513 w 513"/>
                <a:gd name="T17" fmla="*/ 0 h 179"/>
                <a:gd name="T18" fmla="*/ 513 w 513"/>
                <a:gd name="T19" fmla="*/ 0 h 179"/>
                <a:gd name="T20" fmla="*/ 0 w 513"/>
                <a:gd name="T21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3" h="179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" y="6"/>
                    <a:pt x="3" y="8"/>
                  </a:cubicBezTo>
                  <a:cubicBezTo>
                    <a:pt x="143" y="175"/>
                    <a:pt x="143" y="175"/>
                    <a:pt x="143" y="175"/>
                  </a:cubicBezTo>
                  <a:cubicBezTo>
                    <a:pt x="146" y="178"/>
                    <a:pt x="149" y="179"/>
                    <a:pt x="153" y="179"/>
                  </a:cubicBezTo>
                  <a:cubicBezTo>
                    <a:pt x="360" y="179"/>
                    <a:pt x="360" y="179"/>
                    <a:pt x="360" y="179"/>
                  </a:cubicBezTo>
                  <a:cubicBezTo>
                    <a:pt x="364" y="179"/>
                    <a:pt x="368" y="178"/>
                    <a:pt x="370" y="175"/>
                  </a:cubicBezTo>
                  <a:cubicBezTo>
                    <a:pt x="510" y="8"/>
                    <a:pt x="510" y="8"/>
                    <a:pt x="510" y="8"/>
                  </a:cubicBezTo>
                  <a:cubicBezTo>
                    <a:pt x="512" y="6"/>
                    <a:pt x="513" y="3"/>
                    <a:pt x="513" y="0"/>
                  </a:cubicBezTo>
                  <a:cubicBezTo>
                    <a:pt x="513" y="0"/>
                    <a:pt x="513" y="0"/>
                    <a:pt x="51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sp>
        <p:nvSpPr>
          <p:cNvPr id="100" name="Rectangle 9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6293223" y="2855293"/>
            <a:ext cx="2312894" cy="30524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279400" dist="38100" dir="8100000" algn="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1" name="Rectangle 10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9282953" y="2855293"/>
            <a:ext cx="2312894" cy="30524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279400" dist="38100" dir="8100000" algn="t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4" name="TextBox 10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6575612" y="4165435"/>
            <a:ext cx="87043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500" cap="all">
                <a:latin typeface="微软雅黑 Light" panose="020B0502040204020203" pitchFamily="34" charset="-122"/>
                <a:ea typeface="微软雅黑 Light" panose="020B0502040204020203" pitchFamily="34" charset="-122"/>
                <a:cs typeface="Lato Bold" panose="020F0502020204030203" pitchFamily="34" charset="0"/>
              </a:rPr>
              <a:t>匹配管线</a:t>
            </a:r>
          </a:p>
        </p:txBody>
      </p:sp>
      <p:sp>
        <p:nvSpPr>
          <p:cNvPr id="105" name="TextBox 10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 flipH="1">
            <a:off x="6575611" y="4559598"/>
            <a:ext cx="1936377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95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Lato Regular" panose="020F0502020204030203" pitchFamily="34" charset="0"/>
              </a:rPr>
              <a:t>照片经预训练视觉模型转成特征向量，再按类别、颜色、时间窗和地理半径过滤。综合分高于阈值即双向推送，灰区转人工确认，结果回流校准阈值。</a:t>
            </a:r>
          </a:p>
        </p:txBody>
      </p:sp>
      <p:sp>
        <p:nvSpPr>
          <p:cNvPr id="106" name="TextBox 10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6558400" y="3168134"/>
            <a:ext cx="908903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6000">
                <a:solidFill>
                  <a:schemeClr val="bg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Lato Bold" panose="020F0502020204030203" pitchFamily="34" charset="0"/>
              </a:rPr>
              <a:t>01.</a:t>
            </a:r>
          </a:p>
        </p:txBody>
      </p:sp>
      <p:sp>
        <p:nvSpPr>
          <p:cNvPr id="107" name="TextBox 10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9471212" y="4165435"/>
            <a:ext cx="87043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500" cap="all">
                <a:latin typeface="微软雅黑 Light" panose="020B0502040204020203" pitchFamily="34" charset="-122"/>
                <a:ea typeface="微软雅黑 Light" panose="020B0502040204020203" pitchFamily="34" charset="-122"/>
                <a:cs typeface="Lato Bold" panose="020F0502020204030203" pitchFamily="34" charset="0"/>
              </a:rPr>
              <a:t>验证提问</a:t>
            </a:r>
          </a:p>
        </p:txBody>
      </p:sp>
      <p:sp>
        <p:nvSpPr>
          <p:cNvPr id="108" name="TextBox 10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 flipH="1">
            <a:off x="9471211" y="4559598"/>
            <a:ext cx="1936377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950" dirty="0">
                <a:latin typeface="微软雅黑 Light" panose="020B0502040204020203" pitchFamily="34" charset="-122"/>
                <a:ea typeface="微软雅黑 Light" panose="020B0502040204020203" pitchFamily="34" charset="-122"/>
                <a:cs typeface="Lato Regular" panose="020F0502020204030203" pitchFamily="34" charset="0"/>
              </a:rPr>
              <a:t>认领发起时，大模型根据主人填写的私密细节自动生成问题，答对才解锁联系方式。一个功能把“又一个公告板”变成可信渠道，且无需人工配置。</a:t>
            </a:r>
          </a:p>
        </p:txBody>
      </p:sp>
      <p:sp>
        <p:nvSpPr>
          <p:cNvPr id="109" name="TextBox 10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9454000" y="3168134"/>
            <a:ext cx="1074012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6000">
                <a:solidFill>
                  <a:schemeClr val="bg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Lato Bold" panose="020F0502020204030203" pitchFamily="34" charset="0"/>
              </a:rPr>
              <a:t>02.</a:t>
            </a:r>
          </a:p>
        </p:txBody>
      </p:sp>
      <p:sp>
        <p:nvSpPr>
          <p:cNvPr id="110" name="TextBox 10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5944430" y="1216072"/>
            <a:ext cx="57825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000" b="1" spc="-100">
                <a:solidFill>
                  <a:schemeClr val="tx1">
                    <a:lumMod val="75000"/>
                    <a:lumOff val="25000"/>
                  </a:schemeClr>
                </a:solidFill>
                <a:latin typeface="Felix Titling" panose="04060505060202020A04" pitchFamily="82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How the</a:t>
            </a:r>
          </a:p>
          <a:p>
            <a:r>
              <a:rPr lang="en-US" dirty="0"/>
              <a:t>Intelligence Works.</a:t>
            </a:r>
          </a:p>
        </p:txBody>
      </p:sp>
      <p:sp>
        <p:nvSpPr>
          <p:cNvPr id="111" name="TextBox 11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6096000" y="1002874"/>
            <a:ext cx="99392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i="1" dirty="0"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CORE AI</a:t>
            </a:r>
          </a:p>
        </p:txBody>
      </p:sp>
      <p:sp>
        <p:nvSpPr>
          <p:cNvPr id="3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5419493" y="457200"/>
            <a:ext cx="1371600" cy="13716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Picture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Grp="1" noChangeAspect="1" noChangeArrowheads="1"/>
          </p:cNvPicPr>
          <p:nvPr>
            <p:ph type="pic" sz="quarter" idx="2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6" r="238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Shape 201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1128" y="2168140"/>
            <a:ext cx="12190872" cy="3717759"/>
          </a:xfrm>
          <a:prstGeom prst="rect">
            <a:avLst/>
          </a:prstGeom>
          <a:solidFill>
            <a:schemeClr val="accent1">
              <a:alpha val="39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100000"/>
              </a:lnSpc>
              <a:defRPr sz="3000">
                <a:solidFill>
                  <a:schemeClr val="accent6">
                    <a:hueOff val="-2214564"/>
                    <a:satOff val="-18454"/>
                    <a:lumOff val="-82929"/>
                    <a:alpha val="70145"/>
                  </a:schemeClr>
                </a:solidFill>
              </a:defRPr>
            </a:pPr>
            <a:endParaRPr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Title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wrap="square" lIns="0" tIns="91440" rIns="0" bIns="0" rtlCol="0" anchor="ctr" anchorCtr="0">
            <a:spAutoFit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id-ID" spc="-100" dirty="0">
                <a:solidFill>
                  <a:schemeClr val="accent1"/>
                </a:solidFill>
                <a:latin typeface="Felix Titling" panose="04060505060202020A04" pitchFamily="82" charset="0"/>
                <a:ea typeface="Roboto Black" panose="02000000000000000000" pitchFamily="2" charset="0"/>
                <a:cs typeface="Arial" panose="020B0604020202020204" pitchFamily="34" charset="0"/>
              </a:rPr>
              <a:t>OUR USP</a:t>
            </a:r>
          </a:p>
        </p:txBody>
      </p:sp>
      <p:sp>
        <p:nvSpPr>
          <p:cNvPr id="27" name="Text Placeholder 2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Grp="1"/>
          </p:cNvSpPr>
          <p:nvPr>
            <p:ph type="body" sz="quarter" idx="23"/>
          </p:nvPr>
        </p:nvSpPr>
        <p:spPr>
          <a:xfrm>
            <a:off x="4530725" y="1279525"/>
            <a:ext cx="3130550" cy="371475"/>
          </a:xfrm>
        </p:spPr>
        <p:txBody>
          <a:bodyPr/>
          <a:lstStyle/>
          <a:p>
            <a:r>
              <a:rPr lang="id-ID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校园点对点的失物找回网络</a:t>
            </a:r>
          </a:p>
        </p:txBody>
      </p:sp>
      <p:grpSp>
        <p:nvGrpSpPr>
          <p:cNvPr id="4" name="Group 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3984172" y="2996033"/>
            <a:ext cx="4223657" cy="2264229"/>
            <a:chOff x="3381829" y="3875314"/>
            <a:chExt cx="4223657" cy="2264229"/>
          </a:xfrm>
        </p:grpSpPr>
        <p:cxnSp>
          <p:nvCxnSpPr>
            <p:cNvPr id="3" name="Straight Connector 2"/>
            <p:cNvCxnSpPr/>
            <p:nvPr/>
          </p:nvCxnSpPr>
          <p:spPr>
            <a:xfrm>
              <a:off x="3381829" y="3875314"/>
              <a:ext cx="0" cy="2264229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605486" y="3875314"/>
              <a:ext cx="0" cy="2264229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4328807" y="4379130"/>
            <a:ext cx="3639538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大模型验证提问加上托管赏金是结构性的：假认领者过不了关，想扣着东西加价的人也没有筹码。没有竞品同时具备这两点。</a:t>
            </a:r>
          </a:p>
        </p:txBody>
      </p:sp>
      <p:sp>
        <p:nvSpPr>
          <p:cNvPr id="12" name="Shape 487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5929884" y="3176205"/>
            <a:ext cx="437385" cy="5688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65" y="17925"/>
                </a:moveTo>
                <a:cubicBezTo>
                  <a:pt x="17460" y="18064"/>
                  <a:pt x="17055" y="18202"/>
                  <a:pt x="16650" y="18341"/>
                </a:cubicBezTo>
                <a:cubicBezTo>
                  <a:pt x="16245" y="18445"/>
                  <a:pt x="15840" y="18549"/>
                  <a:pt x="15390" y="18653"/>
                </a:cubicBezTo>
                <a:cubicBezTo>
                  <a:pt x="14985" y="18757"/>
                  <a:pt x="14535" y="18792"/>
                  <a:pt x="14130" y="18861"/>
                </a:cubicBezTo>
                <a:cubicBezTo>
                  <a:pt x="13680" y="18896"/>
                  <a:pt x="13230" y="18930"/>
                  <a:pt x="12780" y="18930"/>
                </a:cubicBezTo>
                <a:cubicBezTo>
                  <a:pt x="12780" y="20109"/>
                  <a:pt x="12780" y="20109"/>
                  <a:pt x="12780" y="20109"/>
                </a:cubicBezTo>
                <a:cubicBezTo>
                  <a:pt x="13365" y="20109"/>
                  <a:pt x="13905" y="20144"/>
                  <a:pt x="14445" y="20213"/>
                </a:cubicBezTo>
                <a:cubicBezTo>
                  <a:pt x="14940" y="20283"/>
                  <a:pt x="15480" y="20387"/>
                  <a:pt x="15975" y="20560"/>
                </a:cubicBezTo>
                <a:cubicBezTo>
                  <a:pt x="16515" y="20664"/>
                  <a:pt x="17055" y="20803"/>
                  <a:pt x="17550" y="21011"/>
                </a:cubicBezTo>
                <a:cubicBezTo>
                  <a:pt x="18045" y="21184"/>
                  <a:pt x="18495" y="21357"/>
                  <a:pt x="18900" y="21600"/>
                </a:cubicBezTo>
                <a:cubicBezTo>
                  <a:pt x="16875" y="21600"/>
                  <a:pt x="16875" y="21600"/>
                  <a:pt x="16875" y="21600"/>
                </a:cubicBezTo>
                <a:cubicBezTo>
                  <a:pt x="16515" y="21461"/>
                  <a:pt x="16155" y="21357"/>
                  <a:pt x="15795" y="21253"/>
                </a:cubicBezTo>
                <a:cubicBezTo>
                  <a:pt x="15390" y="21184"/>
                  <a:pt x="15030" y="21115"/>
                  <a:pt x="14625" y="21045"/>
                </a:cubicBezTo>
                <a:cubicBezTo>
                  <a:pt x="14265" y="20976"/>
                  <a:pt x="13860" y="20941"/>
                  <a:pt x="13455" y="20872"/>
                </a:cubicBezTo>
                <a:cubicBezTo>
                  <a:pt x="13095" y="20837"/>
                  <a:pt x="12690" y="20803"/>
                  <a:pt x="12285" y="20803"/>
                </a:cubicBezTo>
                <a:cubicBezTo>
                  <a:pt x="11880" y="20803"/>
                  <a:pt x="11475" y="20837"/>
                  <a:pt x="11070" y="20872"/>
                </a:cubicBezTo>
                <a:cubicBezTo>
                  <a:pt x="10665" y="20941"/>
                  <a:pt x="10305" y="20976"/>
                  <a:pt x="9900" y="21045"/>
                </a:cubicBezTo>
                <a:cubicBezTo>
                  <a:pt x="9495" y="21115"/>
                  <a:pt x="9135" y="21184"/>
                  <a:pt x="8730" y="21253"/>
                </a:cubicBezTo>
                <a:cubicBezTo>
                  <a:pt x="8370" y="21357"/>
                  <a:pt x="8010" y="21461"/>
                  <a:pt x="7650" y="21600"/>
                </a:cubicBezTo>
                <a:cubicBezTo>
                  <a:pt x="5625" y="21600"/>
                  <a:pt x="5625" y="21600"/>
                  <a:pt x="5625" y="21600"/>
                </a:cubicBezTo>
                <a:cubicBezTo>
                  <a:pt x="6075" y="21357"/>
                  <a:pt x="6570" y="21184"/>
                  <a:pt x="7020" y="21011"/>
                </a:cubicBezTo>
                <a:cubicBezTo>
                  <a:pt x="7470" y="20803"/>
                  <a:pt x="8010" y="20664"/>
                  <a:pt x="8550" y="20560"/>
                </a:cubicBezTo>
                <a:cubicBezTo>
                  <a:pt x="9045" y="20387"/>
                  <a:pt x="9585" y="20283"/>
                  <a:pt x="10125" y="20213"/>
                </a:cubicBezTo>
                <a:cubicBezTo>
                  <a:pt x="10665" y="20144"/>
                  <a:pt x="11205" y="20109"/>
                  <a:pt x="11790" y="20109"/>
                </a:cubicBezTo>
                <a:cubicBezTo>
                  <a:pt x="11790" y="18930"/>
                  <a:pt x="11790" y="18930"/>
                  <a:pt x="11790" y="18930"/>
                </a:cubicBezTo>
                <a:cubicBezTo>
                  <a:pt x="10170" y="18896"/>
                  <a:pt x="8640" y="18618"/>
                  <a:pt x="7200" y="18098"/>
                </a:cubicBezTo>
                <a:cubicBezTo>
                  <a:pt x="5760" y="17543"/>
                  <a:pt x="4500" y="16885"/>
                  <a:pt x="3465" y="16018"/>
                </a:cubicBezTo>
                <a:cubicBezTo>
                  <a:pt x="2385" y="15186"/>
                  <a:pt x="1530" y="14215"/>
                  <a:pt x="945" y="13071"/>
                </a:cubicBezTo>
                <a:cubicBezTo>
                  <a:pt x="315" y="11961"/>
                  <a:pt x="0" y="10748"/>
                  <a:pt x="0" y="9500"/>
                </a:cubicBezTo>
                <a:cubicBezTo>
                  <a:pt x="0" y="8598"/>
                  <a:pt x="135" y="7697"/>
                  <a:pt x="450" y="6865"/>
                </a:cubicBezTo>
                <a:cubicBezTo>
                  <a:pt x="765" y="6033"/>
                  <a:pt x="1215" y="5235"/>
                  <a:pt x="1800" y="4507"/>
                </a:cubicBezTo>
                <a:cubicBezTo>
                  <a:pt x="2385" y="3814"/>
                  <a:pt x="3105" y="3120"/>
                  <a:pt x="3915" y="2531"/>
                </a:cubicBezTo>
                <a:cubicBezTo>
                  <a:pt x="4725" y="1942"/>
                  <a:pt x="5670" y="1422"/>
                  <a:pt x="6750" y="1040"/>
                </a:cubicBezTo>
                <a:cubicBezTo>
                  <a:pt x="6255" y="312"/>
                  <a:pt x="6255" y="312"/>
                  <a:pt x="6255" y="312"/>
                </a:cubicBezTo>
                <a:cubicBezTo>
                  <a:pt x="7155" y="0"/>
                  <a:pt x="7155" y="0"/>
                  <a:pt x="7155" y="0"/>
                </a:cubicBezTo>
                <a:cubicBezTo>
                  <a:pt x="8505" y="2080"/>
                  <a:pt x="8505" y="2080"/>
                  <a:pt x="8505" y="2080"/>
                </a:cubicBezTo>
                <a:cubicBezTo>
                  <a:pt x="7605" y="2392"/>
                  <a:pt x="7605" y="2392"/>
                  <a:pt x="7605" y="2392"/>
                </a:cubicBezTo>
                <a:cubicBezTo>
                  <a:pt x="7155" y="1734"/>
                  <a:pt x="7155" y="1734"/>
                  <a:pt x="7155" y="1734"/>
                </a:cubicBezTo>
                <a:cubicBezTo>
                  <a:pt x="6210" y="2080"/>
                  <a:pt x="5355" y="2531"/>
                  <a:pt x="4590" y="3086"/>
                </a:cubicBezTo>
                <a:cubicBezTo>
                  <a:pt x="3825" y="3606"/>
                  <a:pt x="3195" y="4230"/>
                  <a:pt x="2610" y="4923"/>
                </a:cubicBezTo>
                <a:cubicBezTo>
                  <a:pt x="2115" y="5582"/>
                  <a:pt x="1710" y="6310"/>
                  <a:pt x="1440" y="7073"/>
                </a:cubicBezTo>
                <a:cubicBezTo>
                  <a:pt x="1125" y="7836"/>
                  <a:pt x="990" y="8633"/>
                  <a:pt x="990" y="9500"/>
                </a:cubicBezTo>
                <a:cubicBezTo>
                  <a:pt x="990" y="10679"/>
                  <a:pt x="1260" y="11823"/>
                  <a:pt x="1845" y="12863"/>
                </a:cubicBezTo>
                <a:cubicBezTo>
                  <a:pt x="2430" y="13938"/>
                  <a:pt x="3240" y="14839"/>
                  <a:pt x="4275" y="15637"/>
                </a:cubicBezTo>
                <a:cubicBezTo>
                  <a:pt x="5310" y="16399"/>
                  <a:pt x="6525" y="17023"/>
                  <a:pt x="7920" y="17509"/>
                </a:cubicBezTo>
                <a:cubicBezTo>
                  <a:pt x="9270" y="17960"/>
                  <a:pt x="10710" y="18202"/>
                  <a:pt x="12285" y="18202"/>
                </a:cubicBezTo>
                <a:cubicBezTo>
                  <a:pt x="12735" y="18202"/>
                  <a:pt x="13185" y="18168"/>
                  <a:pt x="13635" y="18133"/>
                </a:cubicBezTo>
                <a:cubicBezTo>
                  <a:pt x="14040" y="18098"/>
                  <a:pt x="14490" y="18029"/>
                  <a:pt x="14940" y="17925"/>
                </a:cubicBezTo>
                <a:cubicBezTo>
                  <a:pt x="15345" y="17856"/>
                  <a:pt x="15795" y="17786"/>
                  <a:pt x="16200" y="17648"/>
                </a:cubicBezTo>
                <a:cubicBezTo>
                  <a:pt x="16605" y="17543"/>
                  <a:pt x="17010" y="17405"/>
                  <a:pt x="17415" y="17266"/>
                </a:cubicBezTo>
                <a:cubicBezTo>
                  <a:pt x="16965" y="16573"/>
                  <a:pt x="16965" y="16573"/>
                  <a:pt x="16965" y="16573"/>
                </a:cubicBezTo>
                <a:cubicBezTo>
                  <a:pt x="17865" y="16261"/>
                  <a:pt x="17865" y="16261"/>
                  <a:pt x="17865" y="16261"/>
                </a:cubicBezTo>
                <a:cubicBezTo>
                  <a:pt x="19215" y="18341"/>
                  <a:pt x="19215" y="18341"/>
                  <a:pt x="19215" y="18341"/>
                </a:cubicBezTo>
                <a:cubicBezTo>
                  <a:pt x="18315" y="18653"/>
                  <a:pt x="18315" y="18653"/>
                  <a:pt x="18315" y="18653"/>
                </a:cubicBezTo>
                <a:lnTo>
                  <a:pt x="17865" y="17925"/>
                </a:lnTo>
                <a:close/>
                <a:moveTo>
                  <a:pt x="2925" y="9500"/>
                </a:moveTo>
                <a:cubicBezTo>
                  <a:pt x="2925" y="8494"/>
                  <a:pt x="3150" y="7558"/>
                  <a:pt x="3645" y="6657"/>
                </a:cubicBezTo>
                <a:cubicBezTo>
                  <a:pt x="4140" y="5790"/>
                  <a:pt x="4815" y="5027"/>
                  <a:pt x="5670" y="4369"/>
                </a:cubicBezTo>
                <a:cubicBezTo>
                  <a:pt x="6525" y="3710"/>
                  <a:pt x="7515" y="3190"/>
                  <a:pt x="8640" y="2843"/>
                </a:cubicBezTo>
                <a:cubicBezTo>
                  <a:pt x="9810" y="2462"/>
                  <a:pt x="11025" y="2254"/>
                  <a:pt x="12285" y="2254"/>
                </a:cubicBezTo>
                <a:cubicBezTo>
                  <a:pt x="13590" y="2254"/>
                  <a:pt x="14805" y="2462"/>
                  <a:pt x="15930" y="2843"/>
                </a:cubicBezTo>
                <a:cubicBezTo>
                  <a:pt x="17055" y="3190"/>
                  <a:pt x="18045" y="3710"/>
                  <a:pt x="18900" y="4369"/>
                </a:cubicBezTo>
                <a:cubicBezTo>
                  <a:pt x="19755" y="5027"/>
                  <a:pt x="20385" y="5790"/>
                  <a:pt x="20880" y="6657"/>
                </a:cubicBezTo>
                <a:cubicBezTo>
                  <a:pt x="21375" y="7558"/>
                  <a:pt x="21600" y="8494"/>
                  <a:pt x="21600" y="9500"/>
                </a:cubicBezTo>
                <a:cubicBezTo>
                  <a:pt x="21600" y="10471"/>
                  <a:pt x="21375" y="11407"/>
                  <a:pt x="20880" y="12274"/>
                </a:cubicBezTo>
                <a:cubicBezTo>
                  <a:pt x="20385" y="13175"/>
                  <a:pt x="19755" y="13903"/>
                  <a:pt x="18900" y="14527"/>
                </a:cubicBezTo>
                <a:cubicBezTo>
                  <a:pt x="18045" y="15221"/>
                  <a:pt x="17055" y="15741"/>
                  <a:pt x="15930" y="16087"/>
                </a:cubicBezTo>
                <a:cubicBezTo>
                  <a:pt x="14805" y="16469"/>
                  <a:pt x="13590" y="16677"/>
                  <a:pt x="12285" y="16677"/>
                </a:cubicBezTo>
                <a:cubicBezTo>
                  <a:pt x="11025" y="16677"/>
                  <a:pt x="9810" y="16469"/>
                  <a:pt x="8640" y="16087"/>
                </a:cubicBezTo>
                <a:cubicBezTo>
                  <a:pt x="7515" y="15741"/>
                  <a:pt x="6525" y="15221"/>
                  <a:pt x="5670" y="14527"/>
                </a:cubicBezTo>
                <a:cubicBezTo>
                  <a:pt x="4815" y="13903"/>
                  <a:pt x="4140" y="13175"/>
                  <a:pt x="3645" y="12274"/>
                </a:cubicBezTo>
                <a:cubicBezTo>
                  <a:pt x="3150" y="11407"/>
                  <a:pt x="2925" y="10471"/>
                  <a:pt x="2925" y="9500"/>
                </a:cubicBezTo>
                <a:close/>
                <a:moveTo>
                  <a:pt x="12285" y="3016"/>
                </a:moveTo>
                <a:cubicBezTo>
                  <a:pt x="11115" y="3016"/>
                  <a:pt x="10035" y="3190"/>
                  <a:pt x="9000" y="3536"/>
                </a:cubicBezTo>
                <a:cubicBezTo>
                  <a:pt x="8010" y="3848"/>
                  <a:pt x="7110" y="4334"/>
                  <a:pt x="6390" y="4923"/>
                </a:cubicBezTo>
                <a:cubicBezTo>
                  <a:pt x="5625" y="5513"/>
                  <a:pt x="5040" y="6171"/>
                  <a:pt x="4590" y="6969"/>
                </a:cubicBezTo>
                <a:cubicBezTo>
                  <a:pt x="4140" y="7732"/>
                  <a:pt x="3915" y="8598"/>
                  <a:pt x="3915" y="9500"/>
                </a:cubicBezTo>
                <a:cubicBezTo>
                  <a:pt x="3915" y="10367"/>
                  <a:pt x="4140" y="11199"/>
                  <a:pt x="4590" y="11961"/>
                </a:cubicBezTo>
                <a:cubicBezTo>
                  <a:pt x="5040" y="12759"/>
                  <a:pt x="5625" y="13418"/>
                  <a:pt x="6390" y="14007"/>
                </a:cubicBezTo>
                <a:cubicBezTo>
                  <a:pt x="7110" y="14596"/>
                  <a:pt x="8010" y="15082"/>
                  <a:pt x="9000" y="15394"/>
                </a:cubicBezTo>
                <a:cubicBezTo>
                  <a:pt x="10035" y="15741"/>
                  <a:pt x="11115" y="15879"/>
                  <a:pt x="12285" y="15879"/>
                </a:cubicBezTo>
                <a:cubicBezTo>
                  <a:pt x="13410" y="15879"/>
                  <a:pt x="14490" y="15741"/>
                  <a:pt x="15525" y="15394"/>
                </a:cubicBezTo>
                <a:cubicBezTo>
                  <a:pt x="16515" y="15082"/>
                  <a:pt x="17415" y="14596"/>
                  <a:pt x="18225" y="14007"/>
                </a:cubicBezTo>
                <a:cubicBezTo>
                  <a:pt x="18945" y="13418"/>
                  <a:pt x="19530" y="12759"/>
                  <a:pt x="19980" y="11961"/>
                </a:cubicBezTo>
                <a:cubicBezTo>
                  <a:pt x="20430" y="11199"/>
                  <a:pt x="20655" y="10367"/>
                  <a:pt x="20655" y="9500"/>
                </a:cubicBezTo>
                <a:cubicBezTo>
                  <a:pt x="20655" y="8598"/>
                  <a:pt x="20430" y="7732"/>
                  <a:pt x="19980" y="6969"/>
                </a:cubicBezTo>
                <a:cubicBezTo>
                  <a:pt x="19530" y="6171"/>
                  <a:pt x="18945" y="5513"/>
                  <a:pt x="18225" y="4923"/>
                </a:cubicBezTo>
                <a:cubicBezTo>
                  <a:pt x="17415" y="4334"/>
                  <a:pt x="16515" y="3848"/>
                  <a:pt x="15525" y="3536"/>
                </a:cubicBezTo>
                <a:cubicBezTo>
                  <a:pt x="14490" y="3190"/>
                  <a:pt x="13410" y="3016"/>
                  <a:pt x="12285" y="3016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chemeClr val="accent6">
                    <a:hueOff val="-2214564"/>
                    <a:satOff val="-18454"/>
                    <a:lumOff val="-82929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dirty="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Shape 488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1689221" y="3219227"/>
            <a:ext cx="518647" cy="5210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6317"/>
                </a:moveTo>
                <a:cubicBezTo>
                  <a:pt x="6328" y="0"/>
                  <a:pt x="6328" y="0"/>
                  <a:pt x="6328" y="0"/>
                </a:cubicBezTo>
                <a:cubicBezTo>
                  <a:pt x="6594" y="416"/>
                  <a:pt x="6594" y="416"/>
                  <a:pt x="6594" y="416"/>
                </a:cubicBezTo>
                <a:cubicBezTo>
                  <a:pt x="6745" y="681"/>
                  <a:pt x="6859" y="946"/>
                  <a:pt x="6935" y="1173"/>
                </a:cubicBezTo>
                <a:cubicBezTo>
                  <a:pt x="7011" y="1437"/>
                  <a:pt x="7048" y="1702"/>
                  <a:pt x="7086" y="1929"/>
                </a:cubicBezTo>
                <a:cubicBezTo>
                  <a:pt x="7086" y="2194"/>
                  <a:pt x="7086" y="2421"/>
                  <a:pt x="7086" y="2610"/>
                </a:cubicBezTo>
                <a:cubicBezTo>
                  <a:pt x="7086" y="2799"/>
                  <a:pt x="7086" y="2988"/>
                  <a:pt x="7048" y="3102"/>
                </a:cubicBezTo>
                <a:cubicBezTo>
                  <a:pt x="7920" y="3858"/>
                  <a:pt x="8678" y="4539"/>
                  <a:pt x="9436" y="5182"/>
                </a:cubicBezTo>
                <a:cubicBezTo>
                  <a:pt x="10156" y="5788"/>
                  <a:pt x="10800" y="6355"/>
                  <a:pt x="11331" y="6809"/>
                </a:cubicBezTo>
                <a:cubicBezTo>
                  <a:pt x="11899" y="7301"/>
                  <a:pt x="12354" y="7717"/>
                  <a:pt x="12733" y="8020"/>
                </a:cubicBezTo>
                <a:cubicBezTo>
                  <a:pt x="13112" y="8322"/>
                  <a:pt x="13415" y="8549"/>
                  <a:pt x="13566" y="8663"/>
                </a:cubicBezTo>
                <a:cubicBezTo>
                  <a:pt x="14135" y="8436"/>
                  <a:pt x="14665" y="8247"/>
                  <a:pt x="15234" y="8095"/>
                </a:cubicBezTo>
                <a:cubicBezTo>
                  <a:pt x="15802" y="7944"/>
                  <a:pt x="16371" y="7868"/>
                  <a:pt x="16977" y="7830"/>
                </a:cubicBezTo>
                <a:cubicBezTo>
                  <a:pt x="17545" y="7793"/>
                  <a:pt x="18152" y="7830"/>
                  <a:pt x="18720" y="7906"/>
                </a:cubicBezTo>
                <a:cubicBezTo>
                  <a:pt x="19288" y="7944"/>
                  <a:pt x="19857" y="8057"/>
                  <a:pt x="20425" y="8247"/>
                </a:cubicBezTo>
                <a:cubicBezTo>
                  <a:pt x="21107" y="8474"/>
                  <a:pt x="21107" y="8474"/>
                  <a:pt x="21107" y="8474"/>
                </a:cubicBezTo>
                <a:cubicBezTo>
                  <a:pt x="15082" y="14488"/>
                  <a:pt x="15082" y="14488"/>
                  <a:pt x="15082" y="14488"/>
                </a:cubicBezTo>
                <a:cubicBezTo>
                  <a:pt x="21600" y="21033"/>
                  <a:pt x="21600" y="21033"/>
                  <a:pt x="21600" y="21033"/>
                </a:cubicBezTo>
                <a:cubicBezTo>
                  <a:pt x="21069" y="21600"/>
                  <a:pt x="21069" y="21600"/>
                  <a:pt x="21069" y="21600"/>
                </a:cubicBezTo>
                <a:cubicBezTo>
                  <a:pt x="14514" y="15094"/>
                  <a:pt x="14514" y="15094"/>
                  <a:pt x="14514" y="15094"/>
                </a:cubicBezTo>
                <a:cubicBezTo>
                  <a:pt x="8488" y="21070"/>
                  <a:pt x="8488" y="21070"/>
                  <a:pt x="8488" y="21070"/>
                </a:cubicBezTo>
                <a:cubicBezTo>
                  <a:pt x="8223" y="20389"/>
                  <a:pt x="8223" y="20389"/>
                  <a:pt x="8223" y="20389"/>
                </a:cubicBezTo>
                <a:cubicBezTo>
                  <a:pt x="8072" y="19860"/>
                  <a:pt x="7958" y="19292"/>
                  <a:pt x="7882" y="18687"/>
                </a:cubicBezTo>
                <a:cubicBezTo>
                  <a:pt x="7806" y="18120"/>
                  <a:pt x="7806" y="17552"/>
                  <a:pt x="7844" y="16947"/>
                </a:cubicBezTo>
                <a:cubicBezTo>
                  <a:pt x="7882" y="16342"/>
                  <a:pt x="7958" y="15774"/>
                  <a:pt x="8109" y="15245"/>
                </a:cubicBezTo>
                <a:cubicBezTo>
                  <a:pt x="8261" y="14677"/>
                  <a:pt x="8451" y="14110"/>
                  <a:pt x="8678" y="13543"/>
                </a:cubicBezTo>
                <a:cubicBezTo>
                  <a:pt x="8564" y="13391"/>
                  <a:pt x="8337" y="13126"/>
                  <a:pt x="7996" y="12748"/>
                </a:cubicBezTo>
                <a:cubicBezTo>
                  <a:pt x="7693" y="12370"/>
                  <a:pt x="7314" y="11878"/>
                  <a:pt x="6821" y="11349"/>
                </a:cubicBezTo>
                <a:cubicBezTo>
                  <a:pt x="6328" y="10781"/>
                  <a:pt x="5798" y="10138"/>
                  <a:pt x="5192" y="9419"/>
                </a:cubicBezTo>
                <a:cubicBezTo>
                  <a:pt x="4547" y="8701"/>
                  <a:pt x="3865" y="7906"/>
                  <a:pt x="3107" y="7036"/>
                </a:cubicBezTo>
                <a:cubicBezTo>
                  <a:pt x="2994" y="7036"/>
                  <a:pt x="2880" y="7036"/>
                  <a:pt x="2766" y="7036"/>
                </a:cubicBezTo>
                <a:cubicBezTo>
                  <a:pt x="2653" y="7036"/>
                  <a:pt x="2577" y="7036"/>
                  <a:pt x="2463" y="7036"/>
                </a:cubicBezTo>
                <a:cubicBezTo>
                  <a:pt x="1819" y="7036"/>
                  <a:pt x="1288" y="6960"/>
                  <a:pt x="947" y="6847"/>
                </a:cubicBezTo>
                <a:cubicBezTo>
                  <a:pt x="606" y="6696"/>
                  <a:pt x="417" y="6582"/>
                  <a:pt x="379" y="6544"/>
                </a:cubicBezTo>
                <a:lnTo>
                  <a:pt x="0" y="6317"/>
                </a:lnTo>
                <a:close/>
                <a:moveTo>
                  <a:pt x="1364" y="6128"/>
                </a:moveTo>
                <a:cubicBezTo>
                  <a:pt x="1516" y="6166"/>
                  <a:pt x="1667" y="6166"/>
                  <a:pt x="1857" y="6204"/>
                </a:cubicBezTo>
                <a:cubicBezTo>
                  <a:pt x="2008" y="6204"/>
                  <a:pt x="2236" y="6204"/>
                  <a:pt x="2463" y="6204"/>
                </a:cubicBezTo>
                <a:cubicBezTo>
                  <a:pt x="2577" y="6204"/>
                  <a:pt x="2728" y="6204"/>
                  <a:pt x="2842" y="6204"/>
                </a:cubicBezTo>
                <a:cubicBezTo>
                  <a:pt x="2956" y="6204"/>
                  <a:pt x="3069" y="6204"/>
                  <a:pt x="3183" y="6166"/>
                </a:cubicBezTo>
                <a:cubicBezTo>
                  <a:pt x="3448" y="6166"/>
                  <a:pt x="3448" y="6166"/>
                  <a:pt x="3448" y="6166"/>
                </a:cubicBezTo>
                <a:cubicBezTo>
                  <a:pt x="3600" y="6317"/>
                  <a:pt x="3600" y="6317"/>
                  <a:pt x="3600" y="6317"/>
                </a:cubicBezTo>
                <a:cubicBezTo>
                  <a:pt x="4699" y="7641"/>
                  <a:pt x="5646" y="8701"/>
                  <a:pt x="6366" y="9533"/>
                </a:cubicBezTo>
                <a:cubicBezTo>
                  <a:pt x="7086" y="10365"/>
                  <a:pt x="7693" y="11046"/>
                  <a:pt x="8147" y="11575"/>
                </a:cubicBezTo>
                <a:cubicBezTo>
                  <a:pt x="8564" y="12105"/>
                  <a:pt x="8867" y="12521"/>
                  <a:pt x="9095" y="12748"/>
                </a:cubicBezTo>
                <a:cubicBezTo>
                  <a:pt x="9322" y="13013"/>
                  <a:pt x="9436" y="13240"/>
                  <a:pt x="9512" y="13353"/>
                </a:cubicBezTo>
                <a:cubicBezTo>
                  <a:pt x="9625" y="13543"/>
                  <a:pt x="9625" y="13543"/>
                  <a:pt x="9625" y="13543"/>
                </a:cubicBezTo>
                <a:cubicBezTo>
                  <a:pt x="9512" y="13694"/>
                  <a:pt x="9512" y="13694"/>
                  <a:pt x="9512" y="13694"/>
                </a:cubicBezTo>
                <a:cubicBezTo>
                  <a:pt x="9322" y="14148"/>
                  <a:pt x="9133" y="14640"/>
                  <a:pt x="8981" y="15094"/>
                </a:cubicBezTo>
                <a:cubicBezTo>
                  <a:pt x="8867" y="15585"/>
                  <a:pt x="8754" y="16077"/>
                  <a:pt x="8716" y="16569"/>
                </a:cubicBezTo>
                <a:cubicBezTo>
                  <a:pt x="8678" y="17061"/>
                  <a:pt x="8640" y="17552"/>
                  <a:pt x="8678" y="18044"/>
                </a:cubicBezTo>
                <a:cubicBezTo>
                  <a:pt x="8716" y="18536"/>
                  <a:pt x="8792" y="19028"/>
                  <a:pt x="8867" y="19519"/>
                </a:cubicBezTo>
                <a:cubicBezTo>
                  <a:pt x="19516" y="8890"/>
                  <a:pt x="19516" y="8890"/>
                  <a:pt x="19516" y="8890"/>
                </a:cubicBezTo>
                <a:cubicBezTo>
                  <a:pt x="19023" y="8776"/>
                  <a:pt x="18531" y="8701"/>
                  <a:pt x="18038" y="8663"/>
                </a:cubicBezTo>
                <a:cubicBezTo>
                  <a:pt x="17545" y="8663"/>
                  <a:pt x="17053" y="8663"/>
                  <a:pt x="16560" y="8738"/>
                </a:cubicBezTo>
                <a:cubicBezTo>
                  <a:pt x="16067" y="8776"/>
                  <a:pt x="15613" y="8890"/>
                  <a:pt x="15120" y="9003"/>
                </a:cubicBezTo>
                <a:cubicBezTo>
                  <a:pt x="14627" y="9154"/>
                  <a:pt x="14173" y="9306"/>
                  <a:pt x="13718" y="9533"/>
                </a:cubicBezTo>
                <a:cubicBezTo>
                  <a:pt x="13566" y="9608"/>
                  <a:pt x="13566" y="9608"/>
                  <a:pt x="13566" y="9608"/>
                </a:cubicBezTo>
                <a:cubicBezTo>
                  <a:pt x="13415" y="9571"/>
                  <a:pt x="13415" y="9571"/>
                  <a:pt x="13415" y="9571"/>
                </a:cubicBezTo>
                <a:cubicBezTo>
                  <a:pt x="13301" y="9495"/>
                  <a:pt x="12808" y="9117"/>
                  <a:pt x="11975" y="8436"/>
                </a:cubicBezTo>
                <a:cubicBezTo>
                  <a:pt x="11103" y="7755"/>
                  <a:pt x="9246" y="6128"/>
                  <a:pt x="6328" y="3594"/>
                </a:cubicBezTo>
                <a:cubicBezTo>
                  <a:pt x="6101" y="3405"/>
                  <a:pt x="6101" y="3405"/>
                  <a:pt x="6101" y="3405"/>
                </a:cubicBezTo>
                <a:cubicBezTo>
                  <a:pt x="6215" y="3178"/>
                  <a:pt x="6215" y="3178"/>
                  <a:pt x="6215" y="3178"/>
                </a:cubicBezTo>
                <a:cubicBezTo>
                  <a:pt x="6328" y="2421"/>
                  <a:pt x="6291" y="1816"/>
                  <a:pt x="6101" y="1324"/>
                </a:cubicBezTo>
                <a:lnTo>
                  <a:pt x="1364" y="6128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chemeClr val="accent6">
                    <a:hueOff val="-2214564"/>
                    <a:satOff val="-18454"/>
                    <a:lumOff val="-82929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Shape 492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9949772" y="3180985"/>
            <a:ext cx="559278" cy="5592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88" y="6353"/>
                </a:moveTo>
                <a:cubicBezTo>
                  <a:pt x="21600" y="8329"/>
                  <a:pt x="21600" y="8329"/>
                  <a:pt x="21600" y="8329"/>
                </a:cubicBezTo>
                <a:cubicBezTo>
                  <a:pt x="19688" y="10200"/>
                  <a:pt x="19688" y="10200"/>
                  <a:pt x="19688" y="10200"/>
                </a:cubicBezTo>
                <a:cubicBezTo>
                  <a:pt x="17705" y="8329"/>
                  <a:pt x="17705" y="8329"/>
                  <a:pt x="17705" y="8329"/>
                </a:cubicBezTo>
                <a:cubicBezTo>
                  <a:pt x="18413" y="7624"/>
                  <a:pt x="18413" y="7624"/>
                  <a:pt x="18413" y="7624"/>
                </a:cubicBezTo>
                <a:cubicBezTo>
                  <a:pt x="18059" y="7341"/>
                  <a:pt x="17705" y="7059"/>
                  <a:pt x="17315" y="6847"/>
                </a:cubicBezTo>
                <a:cubicBezTo>
                  <a:pt x="16890" y="6600"/>
                  <a:pt x="16501" y="6424"/>
                  <a:pt x="16111" y="6247"/>
                </a:cubicBezTo>
                <a:cubicBezTo>
                  <a:pt x="15687" y="6106"/>
                  <a:pt x="15226" y="6000"/>
                  <a:pt x="14801" y="5929"/>
                </a:cubicBezTo>
                <a:cubicBezTo>
                  <a:pt x="14341" y="5824"/>
                  <a:pt x="13881" y="5788"/>
                  <a:pt x="13420" y="5788"/>
                </a:cubicBezTo>
                <a:cubicBezTo>
                  <a:pt x="13031" y="5788"/>
                  <a:pt x="12641" y="5824"/>
                  <a:pt x="12252" y="5894"/>
                </a:cubicBezTo>
                <a:cubicBezTo>
                  <a:pt x="11862" y="5965"/>
                  <a:pt x="11508" y="6035"/>
                  <a:pt x="11119" y="6106"/>
                </a:cubicBezTo>
                <a:cubicBezTo>
                  <a:pt x="10765" y="6247"/>
                  <a:pt x="10410" y="6388"/>
                  <a:pt x="10056" y="6565"/>
                </a:cubicBezTo>
                <a:cubicBezTo>
                  <a:pt x="9738" y="6741"/>
                  <a:pt x="9384" y="6918"/>
                  <a:pt x="9065" y="7165"/>
                </a:cubicBezTo>
                <a:cubicBezTo>
                  <a:pt x="9419" y="7482"/>
                  <a:pt x="9419" y="7482"/>
                  <a:pt x="9419" y="7482"/>
                </a:cubicBezTo>
                <a:cubicBezTo>
                  <a:pt x="7436" y="9388"/>
                  <a:pt x="7436" y="9388"/>
                  <a:pt x="7436" y="9388"/>
                </a:cubicBezTo>
                <a:cubicBezTo>
                  <a:pt x="7117" y="9106"/>
                  <a:pt x="7117" y="9106"/>
                  <a:pt x="7117" y="9106"/>
                </a:cubicBezTo>
                <a:cubicBezTo>
                  <a:pt x="6657" y="9812"/>
                  <a:pt x="6303" y="10588"/>
                  <a:pt x="6090" y="11400"/>
                </a:cubicBezTo>
                <a:cubicBezTo>
                  <a:pt x="5843" y="12212"/>
                  <a:pt x="5736" y="12988"/>
                  <a:pt x="5772" y="13800"/>
                </a:cubicBezTo>
                <a:cubicBezTo>
                  <a:pt x="5843" y="14612"/>
                  <a:pt x="6020" y="15424"/>
                  <a:pt x="6303" y="16235"/>
                </a:cubicBezTo>
                <a:cubicBezTo>
                  <a:pt x="6586" y="17012"/>
                  <a:pt x="7047" y="17753"/>
                  <a:pt x="7613" y="18424"/>
                </a:cubicBezTo>
                <a:cubicBezTo>
                  <a:pt x="8250" y="17753"/>
                  <a:pt x="8250" y="17753"/>
                  <a:pt x="8250" y="17753"/>
                </a:cubicBezTo>
                <a:cubicBezTo>
                  <a:pt x="10198" y="19694"/>
                  <a:pt x="10198" y="19694"/>
                  <a:pt x="10198" y="19694"/>
                </a:cubicBezTo>
                <a:cubicBezTo>
                  <a:pt x="8250" y="21600"/>
                  <a:pt x="8250" y="21600"/>
                  <a:pt x="8250" y="21600"/>
                </a:cubicBezTo>
                <a:cubicBezTo>
                  <a:pt x="6338" y="19694"/>
                  <a:pt x="6338" y="19694"/>
                  <a:pt x="6338" y="19694"/>
                </a:cubicBezTo>
                <a:cubicBezTo>
                  <a:pt x="7011" y="18953"/>
                  <a:pt x="7011" y="18953"/>
                  <a:pt x="7011" y="18953"/>
                </a:cubicBezTo>
                <a:cubicBezTo>
                  <a:pt x="6445" y="18282"/>
                  <a:pt x="5984" y="17541"/>
                  <a:pt x="5630" y="16765"/>
                </a:cubicBezTo>
                <a:cubicBezTo>
                  <a:pt x="5311" y="15988"/>
                  <a:pt x="5099" y="15176"/>
                  <a:pt x="4993" y="14365"/>
                </a:cubicBezTo>
                <a:cubicBezTo>
                  <a:pt x="4887" y="13518"/>
                  <a:pt x="4922" y="12706"/>
                  <a:pt x="5099" y="11859"/>
                </a:cubicBezTo>
                <a:cubicBezTo>
                  <a:pt x="5241" y="11047"/>
                  <a:pt x="5524" y="10235"/>
                  <a:pt x="5913" y="9459"/>
                </a:cubicBezTo>
                <a:cubicBezTo>
                  <a:pt x="2904" y="12459"/>
                  <a:pt x="2904" y="12459"/>
                  <a:pt x="2904" y="12459"/>
                </a:cubicBezTo>
                <a:cubicBezTo>
                  <a:pt x="3010" y="12600"/>
                  <a:pt x="3081" y="12776"/>
                  <a:pt x="3116" y="12953"/>
                </a:cubicBezTo>
                <a:cubicBezTo>
                  <a:pt x="3116" y="13129"/>
                  <a:pt x="3151" y="13306"/>
                  <a:pt x="3151" y="13482"/>
                </a:cubicBezTo>
                <a:cubicBezTo>
                  <a:pt x="3116" y="13624"/>
                  <a:pt x="3045" y="13800"/>
                  <a:pt x="2974" y="13941"/>
                </a:cubicBezTo>
                <a:cubicBezTo>
                  <a:pt x="2904" y="14118"/>
                  <a:pt x="2797" y="14259"/>
                  <a:pt x="2691" y="14400"/>
                </a:cubicBezTo>
                <a:cubicBezTo>
                  <a:pt x="2514" y="14541"/>
                  <a:pt x="2372" y="14647"/>
                  <a:pt x="2195" y="14753"/>
                </a:cubicBezTo>
                <a:cubicBezTo>
                  <a:pt x="1983" y="14824"/>
                  <a:pt x="1806" y="14859"/>
                  <a:pt x="1593" y="14859"/>
                </a:cubicBezTo>
                <a:cubicBezTo>
                  <a:pt x="1381" y="14859"/>
                  <a:pt x="1204" y="14824"/>
                  <a:pt x="991" y="14753"/>
                </a:cubicBezTo>
                <a:cubicBezTo>
                  <a:pt x="814" y="14647"/>
                  <a:pt x="637" y="14576"/>
                  <a:pt x="460" y="14435"/>
                </a:cubicBezTo>
                <a:cubicBezTo>
                  <a:pt x="319" y="14294"/>
                  <a:pt x="212" y="14118"/>
                  <a:pt x="142" y="13906"/>
                </a:cubicBezTo>
                <a:cubicBezTo>
                  <a:pt x="35" y="13729"/>
                  <a:pt x="0" y="13518"/>
                  <a:pt x="0" y="13306"/>
                </a:cubicBezTo>
                <a:cubicBezTo>
                  <a:pt x="0" y="13094"/>
                  <a:pt x="35" y="12918"/>
                  <a:pt x="142" y="12706"/>
                </a:cubicBezTo>
                <a:cubicBezTo>
                  <a:pt x="212" y="12529"/>
                  <a:pt x="319" y="12353"/>
                  <a:pt x="460" y="12176"/>
                </a:cubicBezTo>
                <a:cubicBezTo>
                  <a:pt x="637" y="12035"/>
                  <a:pt x="814" y="11929"/>
                  <a:pt x="991" y="11859"/>
                </a:cubicBezTo>
                <a:cubicBezTo>
                  <a:pt x="1204" y="11753"/>
                  <a:pt x="1381" y="11718"/>
                  <a:pt x="1593" y="11718"/>
                </a:cubicBezTo>
                <a:cubicBezTo>
                  <a:pt x="1735" y="11718"/>
                  <a:pt x="1877" y="11753"/>
                  <a:pt x="1983" y="11788"/>
                </a:cubicBezTo>
                <a:cubicBezTo>
                  <a:pt x="2125" y="11788"/>
                  <a:pt x="2231" y="11859"/>
                  <a:pt x="2372" y="11965"/>
                </a:cubicBezTo>
                <a:cubicBezTo>
                  <a:pt x="6232" y="8082"/>
                  <a:pt x="6232" y="8082"/>
                  <a:pt x="6232" y="8082"/>
                </a:cubicBezTo>
                <a:cubicBezTo>
                  <a:pt x="5489" y="7412"/>
                  <a:pt x="5489" y="7412"/>
                  <a:pt x="5489" y="7412"/>
                </a:cubicBezTo>
                <a:cubicBezTo>
                  <a:pt x="7436" y="5471"/>
                  <a:pt x="7436" y="5471"/>
                  <a:pt x="7436" y="5471"/>
                </a:cubicBezTo>
                <a:cubicBezTo>
                  <a:pt x="8180" y="6176"/>
                  <a:pt x="8180" y="6176"/>
                  <a:pt x="8180" y="6176"/>
                </a:cubicBezTo>
                <a:cubicBezTo>
                  <a:pt x="11969" y="2435"/>
                  <a:pt x="11969" y="2435"/>
                  <a:pt x="11969" y="2435"/>
                </a:cubicBezTo>
                <a:cubicBezTo>
                  <a:pt x="11862" y="2294"/>
                  <a:pt x="11791" y="2118"/>
                  <a:pt x="11756" y="1976"/>
                </a:cubicBezTo>
                <a:cubicBezTo>
                  <a:pt x="11685" y="1800"/>
                  <a:pt x="11685" y="1624"/>
                  <a:pt x="11721" y="1447"/>
                </a:cubicBezTo>
                <a:cubicBezTo>
                  <a:pt x="11756" y="1271"/>
                  <a:pt x="11791" y="1129"/>
                  <a:pt x="11898" y="953"/>
                </a:cubicBezTo>
                <a:cubicBezTo>
                  <a:pt x="11969" y="776"/>
                  <a:pt x="12075" y="635"/>
                  <a:pt x="12181" y="529"/>
                </a:cubicBezTo>
                <a:cubicBezTo>
                  <a:pt x="12323" y="353"/>
                  <a:pt x="12500" y="247"/>
                  <a:pt x="12677" y="141"/>
                </a:cubicBezTo>
                <a:cubicBezTo>
                  <a:pt x="12889" y="71"/>
                  <a:pt x="13066" y="0"/>
                  <a:pt x="13279" y="0"/>
                </a:cubicBezTo>
                <a:cubicBezTo>
                  <a:pt x="13491" y="0"/>
                  <a:pt x="13668" y="71"/>
                  <a:pt x="13845" y="141"/>
                </a:cubicBezTo>
                <a:cubicBezTo>
                  <a:pt x="14022" y="247"/>
                  <a:pt x="14199" y="353"/>
                  <a:pt x="14341" y="529"/>
                </a:cubicBezTo>
                <a:cubicBezTo>
                  <a:pt x="14518" y="671"/>
                  <a:pt x="14660" y="847"/>
                  <a:pt x="14730" y="1024"/>
                </a:cubicBezTo>
                <a:cubicBezTo>
                  <a:pt x="14837" y="1200"/>
                  <a:pt x="14872" y="1412"/>
                  <a:pt x="14872" y="1624"/>
                </a:cubicBezTo>
                <a:cubicBezTo>
                  <a:pt x="14872" y="1835"/>
                  <a:pt x="14837" y="2047"/>
                  <a:pt x="14730" y="2224"/>
                </a:cubicBezTo>
                <a:cubicBezTo>
                  <a:pt x="14660" y="2400"/>
                  <a:pt x="14518" y="2576"/>
                  <a:pt x="14341" y="2718"/>
                </a:cubicBezTo>
                <a:cubicBezTo>
                  <a:pt x="14199" y="2859"/>
                  <a:pt x="14022" y="3000"/>
                  <a:pt x="13845" y="3071"/>
                </a:cubicBezTo>
                <a:cubicBezTo>
                  <a:pt x="13668" y="3176"/>
                  <a:pt x="13491" y="3212"/>
                  <a:pt x="13279" y="3212"/>
                </a:cubicBezTo>
                <a:cubicBezTo>
                  <a:pt x="13137" y="3212"/>
                  <a:pt x="12995" y="3212"/>
                  <a:pt x="12854" y="3141"/>
                </a:cubicBezTo>
                <a:cubicBezTo>
                  <a:pt x="12712" y="3106"/>
                  <a:pt x="12606" y="3035"/>
                  <a:pt x="12500" y="2965"/>
                </a:cubicBezTo>
                <a:cubicBezTo>
                  <a:pt x="9525" y="5929"/>
                  <a:pt x="9525" y="5929"/>
                  <a:pt x="9525" y="5929"/>
                </a:cubicBezTo>
                <a:cubicBezTo>
                  <a:pt x="9773" y="5788"/>
                  <a:pt x="10092" y="5647"/>
                  <a:pt x="10410" y="5541"/>
                </a:cubicBezTo>
                <a:cubicBezTo>
                  <a:pt x="10729" y="5400"/>
                  <a:pt x="11048" y="5294"/>
                  <a:pt x="11402" y="5259"/>
                </a:cubicBezTo>
                <a:cubicBezTo>
                  <a:pt x="11721" y="5153"/>
                  <a:pt x="12075" y="5082"/>
                  <a:pt x="12429" y="5047"/>
                </a:cubicBezTo>
                <a:cubicBezTo>
                  <a:pt x="12748" y="5012"/>
                  <a:pt x="13102" y="4976"/>
                  <a:pt x="13420" y="4976"/>
                </a:cubicBezTo>
                <a:cubicBezTo>
                  <a:pt x="13951" y="4976"/>
                  <a:pt x="14447" y="5012"/>
                  <a:pt x="14943" y="5118"/>
                </a:cubicBezTo>
                <a:cubicBezTo>
                  <a:pt x="15439" y="5188"/>
                  <a:pt x="15934" y="5329"/>
                  <a:pt x="16395" y="5541"/>
                </a:cubicBezTo>
                <a:cubicBezTo>
                  <a:pt x="16855" y="5682"/>
                  <a:pt x="17315" y="5894"/>
                  <a:pt x="17776" y="6141"/>
                </a:cubicBezTo>
                <a:cubicBezTo>
                  <a:pt x="18201" y="6388"/>
                  <a:pt x="18590" y="6706"/>
                  <a:pt x="18944" y="7024"/>
                </a:cubicBezTo>
                <a:lnTo>
                  <a:pt x="19688" y="6353"/>
                </a:lnTo>
                <a:close/>
                <a:moveTo>
                  <a:pt x="2125" y="13835"/>
                </a:moveTo>
                <a:cubicBezTo>
                  <a:pt x="2302" y="13694"/>
                  <a:pt x="2372" y="13518"/>
                  <a:pt x="2372" y="13306"/>
                </a:cubicBezTo>
                <a:cubicBezTo>
                  <a:pt x="2372" y="13059"/>
                  <a:pt x="2302" y="12882"/>
                  <a:pt x="2125" y="12741"/>
                </a:cubicBezTo>
                <a:cubicBezTo>
                  <a:pt x="2054" y="12635"/>
                  <a:pt x="1983" y="12600"/>
                  <a:pt x="1877" y="12565"/>
                </a:cubicBezTo>
                <a:cubicBezTo>
                  <a:pt x="1770" y="12529"/>
                  <a:pt x="1664" y="12494"/>
                  <a:pt x="1593" y="12494"/>
                </a:cubicBezTo>
                <a:cubicBezTo>
                  <a:pt x="1487" y="12494"/>
                  <a:pt x="1381" y="12529"/>
                  <a:pt x="1310" y="12565"/>
                </a:cubicBezTo>
                <a:cubicBezTo>
                  <a:pt x="1204" y="12600"/>
                  <a:pt x="1133" y="12635"/>
                  <a:pt x="1027" y="12741"/>
                </a:cubicBezTo>
                <a:cubicBezTo>
                  <a:pt x="956" y="12847"/>
                  <a:pt x="921" y="12918"/>
                  <a:pt x="850" y="13024"/>
                </a:cubicBezTo>
                <a:cubicBezTo>
                  <a:pt x="814" y="13094"/>
                  <a:pt x="779" y="13200"/>
                  <a:pt x="779" y="13306"/>
                </a:cubicBezTo>
                <a:cubicBezTo>
                  <a:pt x="779" y="13412"/>
                  <a:pt x="814" y="13518"/>
                  <a:pt x="850" y="13624"/>
                </a:cubicBezTo>
                <a:cubicBezTo>
                  <a:pt x="921" y="13694"/>
                  <a:pt x="956" y="13765"/>
                  <a:pt x="1027" y="13835"/>
                </a:cubicBezTo>
                <a:cubicBezTo>
                  <a:pt x="1133" y="13906"/>
                  <a:pt x="1204" y="13941"/>
                  <a:pt x="1310" y="14012"/>
                </a:cubicBezTo>
                <a:cubicBezTo>
                  <a:pt x="1381" y="14047"/>
                  <a:pt x="1487" y="14082"/>
                  <a:pt x="1593" y="14082"/>
                </a:cubicBezTo>
                <a:cubicBezTo>
                  <a:pt x="1664" y="14082"/>
                  <a:pt x="1770" y="14047"/>
                  <a:pt x="1877" y="14012"/>
                </a:cubicBezTo>
                <a:cubicBezTo>
                  <a:pt x="1983" y="13941"/>
                  <a:pt x="2054" y="13906"/>
                  <a:pt x="2125" y="13835"/>
                </a:cubicBezTo>
                <a:close/>
                <a:moveTo>
                  <a:pt x="7401" y="8329"/>
                </a:moveTo>
                <a:cubicBezTo>
                  <a:pt x="8215" y="7482"/>
                  <a:pt x="8215" y="7482"/>
                  <a:pt x="8215" y="7482"/>
                </a:cubicBezTo>
                <a:cubicBezTo>
                  <a:pt x="7401" y="6671"/>
                  <a:pt x="7401" y="6671"/>
                  <a:pt x="7401" y="6671"/>
                </a:cubicBezTo>
                <a:cubicBezTo>
                  <a:pt x="6622" y="7482"/>
                  <a:pt x="6622" y="7482"/>
                  <a:pt x="6622" y="7482"/>
                </a:cubicBezTo>
                <a:lnTo>
                  <a:pt x="7401" y="8329"/>
                </a:lnTo>
                <a:close/>
                <a:moveTo>
                  <a:pt x="9100" y="19694"/>
                </a:moveTo>
                <a:cubicBezTo>
                  <a:pt x="8250" y="18847"/>
                  <a:pt x="8250" y="18847"/>
                  <a:pt x="8250" y="18847"/>
                </a:cubicBezTo>
                <a:cubicBezTo>
                  <a:pt x="7436" y="19694"/>
                  <a:pt x="7436" y="19694"/>
                  <a:pt x="7436" y="19694"/>
                </a:cubicBezTo>
                <a:cubicBezTo>
                  <a:pt x="8250" y="20506"/>
                  <a:pt x="8250" y="20506"/>
                  <a:pt x="8250" y="20506"/>
                </a:cubicBezTo>
                <a:lnTo>
                  <a:pt x="9100" y="19694"/>
                </a:lnTo>
                <a:close/>
                <a:moveTo>
                  <a:pt x="12748" y="1129"/>
                </a:moveTo>
                <a:cubicBezTo>
                  <a:pt x="12570" y="1271"/>
                  <a:pt x="12500" y="1447"/>
                  <a:pt x="12500" y="1659"/>
                </a:cubicBezTo>
                <a:cubicBezTo>
                  <a:pt x="12500" y="1871"/>
                  <a:pt x="12570" y="2047"/>
                  <a:pt x="12748" y="2153"/>
                </a:cubicBezTo>
                <a:cubicBezTo>
                  <a:pt x="12783" y="2259"/>
                  <a:pt x="12889" y="2329"/>
                  <a:pt x="12960" y="2365"/>
                </a:cubicBezTo>
                <a:cubicBezTo>
                  <a:pt x="13066" y="2435"/>
                  <a:pt x="13172" y="2435"/>
                  <a:pt x="13279" y="2435"/>
                </a:cubicBezTo>
                <a:cubicBezTo>
                  <a:pt x="13385" y="2435"/>
                  <a:pt x="13491" y="2435"/>
                  <a:pt x="13562" y="2365"/>
                </a:cubicBezTo>
                <a:cubicBezTo>
                  <a:pt x="13668" y="2329"/>
                  <a:pt x="13739" y="2259"/>
                  <a:pt x="13845" y="2153"/>
                </a:cubicBezTo>
                <a:cubicBezTo>
                  <a:pt x="13987" y="2012"/>
                  <a:pt x="14058" y="1835"/>
                  <a:pt x="14058" y="1624"/>
                </a:cubicBezTo>
                <a:cubicBezTo>
                  <a:pt x="14058" y="1447"/>
                  <a:pt x="13987" y="1271"/>
                  <a:pt x="13845" y="1129"/>
                </a:cubicBezTo>
                <a:cubicBezTo>
                  <a:pt x="13739" y="1024"/>
                  <a:pt x="13668" y="953"/>
                  <a:pt x="13562" y="918"/>
                </a:cubicBezTo>
                <a:cubicBezTo>
                  <a:pt x="13491" y="847"/>
                  <a:pt x="13385" y="847"/>
                  <a:pt x="13279" y="847"/>
                </a:cubicBezTo>
                <a:cubicBezTo>
                  <a:pt x="13172" y="847"/>
                  <a:pt x="13066" y="847"/>
                  <a:pt x="12960" y="918"/>
                </a:cubicBezTo>
                <a:cubicBezTo>
                  <a:pt x="12889" y="953"/>
                  <a:pt x="12783" y="1024"/>
                  <a:pt x="12748" y="1129"/>
                </a:cubicBezTo>
                <a:close/>
                <a:moveTo>
                  <a:pt x="19688" y="9106"/>
                </a:moveTo>
                <a:cubicBezTo>
                  <a:pt x="20538" y="8329"/>
                  <a:pt x="20538" y="8329"/>
                  <a:pt x="20538" y="8329"/>
                </a:cubicBezTo>
                <a:cubicBezTo>
                  <a:pt x="19688" y="7482"/>
                  <a:pt x="19688" y="7482"/>
                  <a:pt x="19688" y="7482"/>
                </a:cubicBezTo>
                <a:cubicBezTo>
                  <a:pt x="18873" y="8329"/>
                  <a:pt x="18873" y="8329"/>
                  <a:pt x="18873" y="8329"/>
                </a:cubicBezTo>
                <a:lnTo>
                  <a:pt x="19688" y="910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chemeClr val="accent6">
                    <a:hueOff val="-2214564"/>
                    <a:satOff val="-18454"/>
                    <a:lumOff val="-82929"/>
                  </a:schemeClr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Rectangle 1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4328807" y="4078575"/>
            <a:ext cx="3639538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id-ID" sz="1300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信任是结构，不是政策</a:t>
            </a:r>
            <a:endParaRPr lang="en-US" sz="1400" dirty="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Rectangle 1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8409642" y="4379130"/>
            <a:ext cx="3639538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学生永久免费；机构付费是因为归还率可测量地提升、服务台工时下降；商家付费是为了出现在归还成功那一刻。</a:t>
            </a:r>
          </a:p>
        </p:txBody>
      </p:sp>
      <p:sp>
        <p:nvSpPr>
          <p:cNvPr id="18" name="Rectangle 1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8409642" y="4078575"/>
            <a:ext cx="3639538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id-ID" sz="1300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各方激励一致</a:t>
            </a:r>
            <a:endParaRPr lang="en-US" sz="1400" dirty="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Rectangle 1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128775" y="4379130"/>
            <a:ext cx="3639538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所有现有渠道都让倒霉的人去干活。ReFind 反过来：系统盯着全部记录，同一件物品出现时主动通知双方。</a:t>
            </a:r>
          </a:p>
        </p:txBody>
      </p:sp>
      <p:sp>
        <p:nvSpPr>
          <p:cNvPr id="20" name="Rectangle 1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128775" y="4078575"/>
            <a:ext cx="3639538" cy="35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id-ID" sz="1300" dirty="0">
                <a:solidFill>
                  <a:srgbClr val="FFFFFF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匹配，而不是搜索</a:t>
            </a:r>
            <a:endParaRPr lang="en-US" sz="1400" dirty="0">
              <a:solidFill>
                <a:srgbClr val="FFFFFF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Grp="1"/>
          </p:cNvSpPr>
          <p:nvPr>
            <p:ph type="title"/>
          </p:nvPr>
        </p:nvSpPr>
        <p:spPr>
          <a:xfrm>
            <a:off x="704386" y="955822"/>
            <a:ext cx="10515600" cy="701731"/>
          </a:xfrm>
          <a:noFill/>
        </p:spPr>
        <p:txBody>
          <a:bodyPr vert="horz" wrap="square" lIns="0" tIns="91440" rIns="0" bIns="0" rtlCol="0" anchor="ctr" anchorCtr="0">
            <a:spAutoFit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en-US" spc="-100" dirty="0">
                <a:solidFill>
                  <a:schemeClr val="accent1"/>
                </a:solidFill>
                <a:latin typeface="Felix Titling" panose="04060505060202020A04" pitchFamily="82" charset="0"/>
                <a:ea typeface="Roboto Black" panose="02000000000000000000" pitchFamily="2" charset="0"/>
                <a:cs typeface="Arial" panose="020B0604020202020204" pitchFamily="34" charset="0"/>
              </a:rPr>
              <a:t>TARGET PERSONAS</a:t>
            </a:r>
          </a:p>
        </p:txBody>
      </p:sp>
      <p:sp>
        <p:nvSpPr>
          <p:cNvPr id="5" name="TextBox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1499616" y="2249424"/>
            <a:ext cx="2651760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350" b="1" spc="200">
                <a:latin typeface="微软雅黑 Light" panose="020B0502040204020203" pitchFamily="34" charset="-122"/>
                <a:ea typeface="微软雅黑 Light" panose="020B0502040204020203" pitchFamily="34" charset="-122"/>
                <a:cs typeface="Source Sans Pro Semibold" charset="0"/>
              </a:rPr>
              <a:t>Maya · 20 岁本科生</a:t>
            </a:r>
            <a:endParaRPr lang="en-US" sz="1400" b="1" spc="200" dirty="0">
              <a:latin typeface="微软雅黑 Light" panose="020B0502040204020203" pitchFamily="34" charset="-122"/>
              <a:ea typeface="微软雅黑 Light" panose="020B0502040204020203" pitchFamily="34" charset="-122"/>
              <a:cs typeface="Source Sans Pro Semibold" charset="0"/>
            </a:endParaRPr>
          </a:p>
        </p:txBody>
      </p:sp>
      <p:sp>
        <p:nvSpPr>
          <p:cNvPr id="6" name="TextBox 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1655063" y="2670048"/>
            <a:ext cx="2340864" cy="133502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32000"/>
              </a:lnSpc>
              <a:spcAft>
                <a:spcPts val="300"/>
              </a:spcAft>
            </a:pPr>
            <a:r>
              <a:rPr lang="en-US" sz="950" dirty="0">
                <a:solidFill>
                  <a:schemeClr val="tx1">
                    <a:alpha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Source Sans Pro" charset="0"/>
              </a:rPr>
              <a:t>图书馆、健身房、食堂丢耳机、校园卡、电脑。</a:t>
            </a:r>
          </a:p>
          <a:p>
            <a:pPr algn="ctr">
              <a:lnSpc>
                <a:spcPct val="132000"/>
              </a:lnSpc>
              <a:spcAft>
                <a:spcPts val="300"/>
              </a:spcAft>
            </a:pPr>
            <a:r>
              <a:rPr lang="en-US" sz="950" dirty="0">
                <a:solidFill>
                  <a:schemeClr val="tx1">
                    <a:alpha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Source Sans Pro" charset="0"/>
              </a:rPr>
              <a:t>痛点：翻无人认领堆，群里刷屏没人回。</a:t>
            </a:r>
          </a:p>
          <a:p>
            <a:pPr algn="ctr">
              <a:lnSpc>
                <a:spcPct val="132000"/>
              </a:lnSpc>
              <a:spcAft>
                <a:spcPts val="300"/>
              </a:spcAft>
            </a:pPr>
            <a:r>
              <a:rPr lang="en-US" sz="950" dirty="0">
                <a:solidFill>
                  <a:schemeClr val="tx1">
                    <a:alpha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Source Sans Pro" charset="0"/>
              </a:rPr>
              <a:t>ReFind：40 秒上报，自动匹配推送，验证后在校内交接点取回。</a:t>
            </a:r>
          </a:p>
        </p:txBody>
      </p:sp>
      <p:sp>
        <p:nvSpPr>
          <p:cNvPr id="7" name="TextBox 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8046720" y="2249424"/>
            <a:ext cx="2651760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350" b="1" spc="200">
                <a:latin typeface="微软雅黑 Light" panose="020B0502040204020203" pitchFamily="34" charset="-122"/>
                <a:ea typeface="微软雅黑 Light" panose="020B0502040204020203" pitchFamily="34" charset="-122"/>
                <a:cs typeface="Source Sans Pro Semibold" charset="0"/>
              </a:rPr>
              <a:t>陈警官 · 45 岁保安主管</a:t>
            </a:r>
            <a:endParaRPr lang="en-US" sz="1400" b="1" spc="200" dirty="0">
              <a:latin typeface="微软雅黑 Light" panose="020B0502040204020203" pitchFamily="34" charset="-122"/>
              <a:ea typeface="微软雅黑 Light" panose="020B0502040204020203" pitchFamily="34" charset="-122"/>
              <a:cs typeface="Source Sans Pro Semibold" charset="0"/>
            </a:endParaRPr>
          </a:p>
        </p:txBody>
      </p:sp>
      <p:sp>
        <p:nvSpPr>
          <p:cNvPr id="8" name="TextBox 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8202168" y="2670048"/>
            <a:ext cx="2340864" cy="133502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32000"/>
              </a:lnSpc>
              <a:spcAft>
                <a:spcPts val="300"/>
              </a:spcAft>
            </a:pPr>
            <a:r>
              <a:rPr lang="en-US" altLang="zh-CN" sz="950" dirty="0">
                <a:solidFill>
                  <a:schemeClr val="tx1">
                    <a:alpha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Source Sans Pro" charset="0"/>
              </a:rPr>
              <a:t>每学期 300+ 件无主物品用表格管理。</a:t>
            </a:r>
          </a:p>
          <a:p>
            <a:pPr algn="ctr">
              <a:lnSpc>
                <a:spcPct val="132000"/>
              </a:lnSpc>
              <a:spcAft>
                <a:spcPts val="300"/>
              </a:spcAft>
            </a:pPr>
            <a:r>
              <a:rPr lang="en-US" altLang="zh-CN" sz="950" dirty="0">
                <a:solidFill>
                  <a:schemeClr val="tx1">
                    <a:alpha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Source Sans Pro" charset="0"/>
              </a:rPr>
              <a:t>痛点：归还率压力、重复劳动、没有数据。</a:t>
            </a:r>
          </a:p>
          <a:p>
            <a:pPr algn="ctr">
              <a:lnSpc>
                <a:spcPct val="132000"/>
              </a:lnSpc>
              <a:spcAft>
                <a:spcPts val="300"/>
              </a:spcAft>
            </a:pPr>
            <a:r>
              <a:rPr lang="en-US" altLang="zh-CN" sz="950" dirty="0">
                <a:solidFill>
                  <a:schemeClr val="tx1">
                    <a:alpha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Source Sans Pro" charset="0"/>
              </a:rPr>
              <a:t>ReFind：管理后台加归还率分析，向上汇报有据可依。</a:t>
            </a:r>
          </a:p>
        </p:txBody>
      </p:sp>
      <p:sp>
        <p:nvSpPr>
          <p:cNvPr id="9" name="TextBox 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4764024" y="2249424"/>
            <a:ext cx="2651760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350" b="1" spc="200">
                <a:latin typeface="微软雅黑 Light" panose="020B0502040204020203" pitchFamily="34" charset="-122"/>
                <a:ea typeface="微软雅黑 Light" panose="020B0502040204020203" pitchFamily="34" charset="-122"/>
                <a:cs typeface="Source Sans Pro Semibold" charset="0"/>
              </a:rPr>
              <a:t>Daniel · 23 岁研究生助教</a:t>
            </a:r>
            <a:endParaRPr lang="en-US" sz="1400" b="1" spc="200" dirty="0">
              <a:latin typeface="微软雅黑 Light" panose="020B0502040204020203" pitchFamily="34" charset="-122"/>
              <a:ea typeface="微软雅黑 Light" panose="020B0502040204020203" pitchFamily="34" charset="-122"/>
              <a:cs typeface="Source Sans Pro Semibold" charset="0"/>
            </a:endParaRPr>
          </a:p>
        </p:txBody>
      </p:sp>
      <p:sp>
        <p:nvSpPr>
          <p:cNvPr id="10" name="TextBox 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4919472" y="2670048"/>
            <a:ext cx="2340864" cy="133502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32000"/>
              </a:lnSpc>
              <a:spcAft>
                <a:spcPts val="300"/>
              </a:spcAft>
            </a:pPr>
            <a:r>
              <a:rPr lang="en-US" altLang="zh-CN" sz="950" dirty="0">
                <a:solidFill>
                  <a:schemeClr val="tx1">
                    <a:alpha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Source Sans Pro" charset="0"/>
              </a:rPr>
              <a:t>教室里最常发现落下的电脑和手机。</a:t>
            </a:r>
          </a:p>
          <a:p>
            <a:pPr algn="ctr">
              <a:lnSpc>
                <a:spcPct val="132000"/>
              </a:lnSpc>
              <a:spcAft>
                <a:spcPts val="300"/>
              </a:spcAft>
            </a:pPr>
            <a:r>
              <a:rPr lang="en-US" altLang="zh-CN" sz="950" dirty="0">
                <a:solidFill>
                  <a:schemeClr val="tx1">
                    <a:alpha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Source Sans Pro" charset="0"/>
              </a:rPr>
              <a:t>痛点：想做好事但没时间跑保卫处，怕被讹。</a:t>
            </a:r>
          </a:p>
          <a:p>
            <a:pPr algn="ctr">
              <a:lnSpc>
                <a:spcPct val="132000"/>
              </a:lnSpc>
              <a:spcAft>
                <a:spcPts val="300"/>
              </a:spcAft>
            </a:pPr>
            <a:r>
              <a:rPr lang="en-US" altLang="zh-CN" sz="950" dirty="0">
                <a:solidFill>
                  <a:schemeClr val="tx1">
                    <a:alpha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Source Sans Pro" charset="0"/>
              </a:rPr>
              <a:t>ReFind：拍一张照，系统自己找失主，托管赏金即时到账，值守点交接。</a:t>
            </a:r>
          </a:p>
        </p:txBody>
      </p:sp>
      <p:sp>
        <p:nvSpPr>
          <p:cNvPr id="11" name="Rectangle 1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2448306" y="4078224"/>
            <a:ext cx="754380" cy="274320"/>
          </a:xfrm>
          <a:prstGeom prst="rect">
            <a:avLst/>
          </a:prstGeom>
          <a:solidFill>
            <a:srgbClr val="2A3D5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2448306" y="4114800"/>
            <a:ext cx="754380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050" b="1" spc="300" dirty="0">
                <a:solidFill>
                  <a:srgbClr val="FFFFFF"/>
                </a:solidFill>
                <a:latin typeface="Source Sans Pro" charset="0"/>
                <a:ea typeface="微软雅黑 Light" charset="0"/>
                <a:cs typeface="Source Sans Pro" charset="0"/>
              </a:rPr>
              <a:t>需求端</a:t>
            </a:r>
          </a:p>
        </p:txBody>
      </p:sp>
      <p:sp>
        <p:nvSpPr>
          <p:cNvPr id="13" name="Rectangle 1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5712714" y="4078224"/>
            <a:ext cx="754380" cy="274320"/>
          </a:xfrm>
          <a:prstGeom prst="rect">
            <a:avLst/>
          </a:prstGeom>
          <a:solidFill>
            <a:srgbClr val="38526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5712714" y="4114800"/>
            <a:ext cx="754380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050" b="1" spc="300" dirty="0">
                <a:solidFill>
                  <a:srgbClr val="FFFFFF"/>
                </a:solidFill>
                <a:latin typeface="Source Sans Pro" charset="0"/>
                <a:ea typeface="微软雅黑 Light" charset="0"/>
                <a:cs typeface="Source Sans Pro" charset="0"/>
              </a:rPr>
              <a:t>供给端</a:t>
            </a:r>
          </a:p>
        </p:txBody>
      </p:sp>
      <p:sp>
        <p:nvSpPr>
          <p:cNvPr id="15" name="Rectangle 1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8835390" y="4078224"/>
            <a:ext cx="1074420" cy="274320"/>
          </a:xfrm>
          <a:prstGeom prst="rect">
            <a:avLst/>
          </a:prstGeom>
          <a:solidFill>
            <a:srgbClr val="C4AF9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8835390" y="4114800"/>
            <a:ext cx="1074420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US" sz="1050" b="1" spc="300" dirty="0">
                <a:solidFill>
                  <a:srgbClr val="2A3D52"/>
                </a:solidFill>
                <a:latin typeface="Source Sans Pro" charset="0"/>
                <a:ea typeface="微软雅黑 Light" charset="0"/>
                <a:cs typeface="Source Sans Pro" charset="0"/>
              </a:rPr>
              <a:t>付费决策人</a:t>
            </a:r>
          </a:p>
        </p:txBody>
      </p:sp>
      <p:sp>
        <p:nvSpPr>
          <p:cNvPr id="17" name="TextBox 2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6175613" y="965948"/>
            <a:ext cx="5552532" cy="4854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id-ID" sz="1300" b="1" spc="300" dirty="0">
                <a:solidFill>
                  <a:schemeClr val="accent1"/>
                </a:solidFill>
                <a:latin typeface="Lato" panose="020F0502020204030203" pitchFamily="34" charset="0"/>
                <a:ea typeface="微软雅黑 Light" panose="020F0502020204030203" pitchFamily="34" charset="0"/>
                <a:cs typeface="Lato" panose="020F0502020204030203" pitchFamily="34" charset="0"/>
                <a:sym typeface="Bebas Neue" charset="0"/>
              </a:rPr>
              <a:t>MAYA 出需求 · DANIEL 出供给 · 陈警官拍板付费</a:t>
            </a:r>
            <a:endParaRPr lang="en-US" sz="1100" b="1" spc="300" dirty="0">
              <a:solidFill>
                <a:schemeClr val="accen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Bebas Neue" charset="0"/>
            </a:endParaRPr>
          </a:p>
        </p:txBody>
      </p:sp>
      <p:pic>
        <p:nvPicPr>
          <p:cNvPr id="18" name="图片占位符 1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47" b="36247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4" r="28097"/>
          <a:stretch>
            <a:fillRect/>
          </a:stretch>
        </p:blipFill>
        <p:spPr>
          <a:xfrm>
            <a:off x="-45720" y="0"/>
            <a:ext cx="12256305" cy="6858000"/>
          </a:xfrm>
          <a:prstGeom prst="rect">
            <a:avLst/>
          </a:prstGeom>
        </p:spPr>
      </p:pic>
      <p:sp>
        <p:nvSpPr>
          <p:cNvPr id="9" name="矩形 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434898" y="409109"/>
            <a:ext cx="11028556" cy="6203563"/>
          </a:xfrm>
          <a:prstGeom prst="rect">
            <a:avLst/>
          </a:prstGeom>
          <a:gradFill>
            <a:gsLst>
              <a:gs pos="0">
                <a:srgbClr val="FFFFFF">
                  <a:alpha val="6000"/>
                </a:srgbClr>
              </a:gs>
              <a:gs pos="100000">
                <a:schemeClr val="bg1">
                  <a:lumMod val="85000"/>
                  <a:alpha val="38000"/>
                </a:schemeClr>
              </a:gs>
            </a:gsLst>
            <a:lin ang="8100000" scaled="1"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2684297" y="2634288"/>
            <a:ext cx="682340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</a:rPr>
              <a:t>Part THREE</a:t>
            </a:r>
            <a:endParaRPr lang="zh-CN" altLang="en-US" sz="8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Felix Titling" panose="04060505060202020A04" pitchFamily="82" charset="0"/>
            </a:endParaRPr>
          </a:p>
        </p:txBody>
      </p:sp>
      <p:sp>
        <p:nvSpPr>
          <p:cNvPr id="4" name="文本框 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 rot="16200000">
            <a:off x="5634334" y="1755220"/>
            <a:ext cx="923330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rPr>
              <a:t>03.</a:t>
            </a:r>
            <a:endParaRPr lang="zh-CN" altLang="en-US" sz="4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akuyoxingshu7000" panose="02000600000000000000" pitchFamily="2" charset="-122"/>
              <a:ea typeface="hakuyoxingshu7000" panose="02000600000000000000" pitchFamily="2" charset="-122"/>
              <a:cs typeface="hakuyoxingshu7000" panose="02000600000000000000" pitchFamily="2" charset="-122"/>
            </a:endParaRPr>
          </a:p>
        </p:txBody>
      </p:sp>
      <p:sp>
        <p:nvSpPr>
          <p:cNvPr id="5" name="文本框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3394362" y="4046886"/>
            <a:ext cx="5403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锐字云字库细圆体1.0" panose="02010604000000000000" pitchFamily="2" charset="-122"/>
                <a:ea typeface="微软雅黑 Light" panose="02010604000000000000" pitchFamily="2" charset="-122"/>
              </a:rPr>
              <a:t>市场与商业模式 · The Market</a:t>
            </a:r>
            <a:endParaRPr lang="zh-CN" altLang="en-US" sz="240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锐字云字库细圆体1.0" panose="02010604000000000000" pitchFamily="2" charset="-122"/>
              <a:ea typeface="锐字云字库细圆体1.0" panose="02010604000000000000" pitchFamily="2" charset="-122"/>
            </a:endParaRPr>
          </a:p>
        </p:txBody>
      </p:sp>
      <p:grpSp>
        <p:nvGrpSpPr>
          <p:cNvPr id="8" name="组合 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3394363" y="5405322"/>
            <a:ext cx="5403274" cy="402957"/>
            <a:chOff x="3394362" y="4903518"/>
            <a:chExt cx="5403274" cy="402957"/>
          </a:xfrm>
        </p:grpSpPr>
        <p:sp>
          <p:nvSpPr>
            <p:cNvPr id="6" name="圆角矩形 5"/>
            <p:cNvSpPr/>
            <p:nvPr/>
          </p:nvSpPr>
          <p:spPr>
            <a:xfrm>
              <a:off x="5251341" y="4903518"/>
              <a:ext cx="1689316" cy="402957"/>
            </a:xfrm>
            <a:prstGeom prst="roundRect">
              <a:avLst>
                <a:gd name="adj" fmla="val 33908"/>
              </a:avLst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394362" y="4943204"/>
              <a:ext cx="54032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2"/>
                  </a:solidFill>
                  <a:latin typeface="锐字云字库细圆体1.0" panose="02010604000000000000" pitchFamily="2" charset="-122"/>
                  <a:ea typeface="微软雅黑 Light" panose="02010604000000000000" pitchFamily="2" charset="-122"/>
                </a:rPr>
                <a:t>从一个校园开始 →</a:t>
              </a:r>
            </a:p>
          </p:txBody>
        </p:sp>
      </p:grpSp>
      <p:sp>
        <p:nvSpPr>
          <p:cNvPr id="10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Grp="1" noChangeAspect="1" noChangeArrowheads="1"/>
          </p:cNvPicPr>
          <p:nvPr>
            <p:ph type="pic" sz="quarter" idx="2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61" b="1236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6095999" y="781049"/>
            <a:ext cx="5718629" cy="57135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id-ID">
              <a:solidFill>
                <a:schemeClr val="tx1"/>
              </a:solidFill>
              <a:latin typeface="Raleway" panose="020B0604020202020204" charset="0"/>
            </a:endParaRPr>
          </a:p>
        </p:txBody>
      </p:sp>
      <p:sp>
        <p:nvSpPr>
          <p:cNvPr id="16" name="Title 1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Grp="1"/>
          </p:cNvSpPr>
          <p:nvPr>
            <p:ph type="title" idx="4294967295"/>
          </p:nvPr>
        </p:nvSpPr>
        <p:spPr>
          <a:xfrm>
            <a:off x="6715125" y="1143460"/>
            <a:ext cx="4857750" cy="1754326"/>
          </a:xfrm>
          <a:noFill/>
        </p:spPr>
        <p:txBody>
          <a:bodyPr vert="horz" wrap="square" lIns="0" tIns="91440" rIns="0" bIns="0" rtlCol="0" anchor="ctr" anchorCtr="0">
            <a:spAutoFit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id-ID" sz="4000" spc="-100" dirty="0">
                <a:solidFill>
                  <a:schemeClr val="bg1"/>
                </a:solidFill>
                <a:latin typeface="Felix Titling" panose="04060505060202020A04" pitchFamily="82" charset="0"/>
                <a:ea typeface="Roboto Black" panose="02000000000000000000" pitchFamily="2" charset="0"/>
                <a:cs typeface="Arial" panose="020B0604020202020204" pitchFamily="34" charset="0"/>
              </a:rPr>
              <a:t>WHY START ON CAMPUS</a:t>
            </a:r>
            <a:endParaRPr lang="en-US" sz="4000" spc="-100" dirty="0">
              <a:solidFill>
                <a:schemeClr val="bg1"/>
              </a:solidFill>
              <a:latin typeface="Felix Titling" panose="04060505060202020A04" pitchFamily="82" charset="0"/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  <p:grpSp>
        <p:nvGrpSpPr>
          <p:cNvPr id="20" name="Group 1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6573439" y="2988268"/>
            <a:ext cx="2520680" cy="498225"/>
            <a:chOff x="6211489" y="2531068"/>
            <a:chExt cx="2520680" cy="498225"/>
          </a:xfrm>
        </p:grpSpPr>
        <p:sp>
          <p:nvSpPr>
            <p:cNvPr id="21" name="TextBox 15"/>
            <p:cNvSpPr txBox="1"/>
            <p:nvPr/>
          </p:nvSpPr>
          <p:spPr>
            <a:xfrm>
              <a:off x="6474820" y="2579150"/>
              <a:ext cx="2257349" cy="338554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500" b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ato" panose="020F0502020204030203" pitchFamily="34" charset="0"/>
                  <a:ea typeface="微软雅黑 Light" panose="020F0502020204030203" pitchFamily="34" charset="0"/>
                  <a:cs typeface="Lato" panose="020F0502020204030203" pitchFamily="34" charset="0"/>
                </a:rPr>
                <a:t>滩头阵地：一个校园</a:t>
              </a:r>
            </a:p>
          </p:txBody>
        </p:sp>
        <p:grpSp>
          <p:nvGrpSpPr>
            <p:cNvPr id="22" name="Group 12"/>
            <p:cNvGrpSpPr/>
            <p:nvPr/>
          </p:nvGrpSpPr>
          <p:grpSpPr>
            <a:xfrm rot="10800000" flipH="1">
              <a:off x="6211489" y="2531068"/>
              <a:ext cx="342458" cy="498225"/>
              <a:chOff x="5105400" y="2190750"/>
              <a:chExt cx="1600200" cy="1295400"/>
            </a:xfrm>
          </p:grpSpPr>
          <p:sp>
            <p:nvSpPr>
              <p:cNvPr id="26" name="Chevron 17"/>
              <p:cNvSpPr/>
              <p:nvPr/>
            </p:nvSpPr>
            <p:spPr bwMode="auto">
              <a:xfrm>
                <a:off x="5105400" y="2343150"/>
                <a:ext cx="990600" cy="990600"/>
              </a:xfrm>
              <a:prstGeom prst="chevron">
                <a:avLst/>
              </a:prstGeom>
              <a:solidFill>
                <a:schemeClr val="accent4">
                  <a:lumMod val="50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algn="ctr"/>
                <a:endParaRPr lang="en-US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27" name="Chevron 18"/>
              <p:cNvSpPr/>
              <p:nvPr/>
            </p:nvSpPr>
            <p:spPr bwMode="auto">
              <a:xfrm>
                <a:off x="5410200" y="2190750"/>
                <a:ext cx="1295400" cy="1295400"/>
              </a:xfrm>
              <a:prstGeom prst="chevron">
                <a:avLst/>
              </a:prstGeom>
              <a:solidFill>
                <a:schemeClr val="accent4">
                  <a:lumMod val="75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algn="ctr"/>
                <a:endParaRPr lang="en-US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</p:grpSp>
      <p:grpSp>
        <p:nvGrpSpPr>
          <p:cNvPr id="3" name="组合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8105687" y="5824133"/>
            <a:ext cx="5403274" cy="402957"/>
            <a:chOff x="4971962" y="5624108"/>
            <a:chExt cx="5403274" cy="402957"/>
          </a:xfrm>
        </p:grpSpPr>
        <p:sp>
          <p:nvSpPr>
            <p:cNvPr id="38" name="圆角矩形 37"/>
            <p:cNvSpPr/>
            <p:nvPr/>
          </p:nvSpPr>
          <p:spPr>
            <a:xfrm>
              <a:off x="6751449" y="5624108"/>
              <a:ext cx="1689316" cy="402957"/>
            </a:xfrm>
            <a:prstGeom prst="roundRect">
              <a:avLst>
                <a:gd name="adj" fmla="val 33908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4971962" y="5663794"/>
              <a:ext cx="54032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  <a:latin typeface="锐字云字库细圆体1.0" panose="02010604000000000000" pitchFamily="2" charset="-122"/>
                  <a:ea typeface="微软雅黑 Light" panose="02010604000000000000" pitchFamily="2" charset="-122"/>
                </a:rPr>
                <a:t>先跑通校园，再复制到商场与交通 →</a:t>
              </a:r>
            </a:p>
          </p:txBody>
        </p:sp>
      </p:grpSp>
      <p:sp>
        <p:nvSpPr>
          <p:cNvPr id="41" name="Freeform 8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EditPoints="1"/>
          </p:cNvSpPr>
          <p:nvPr/>
        </p:nvSpPr>
        <p:spPr bwMode="auto">
          <a:xfrm>
            <a:off x="6945951" y="4474846"/>
            <a:ext cx="214397" cy="216632"/>
          </a:xfrm>
          <a:custGeom>
            <a:avLst/>
            <a:gdLst>
              <a:gd name="T0" fmla="*/ 135 w 145"/>
              <a:gd name="T1" fmla="*/ 37 h 146"/>
              <a:gd name="T2" fmla="*/ 145 w 145"/>
              <a:gd name="T3" fmla="*/ 73 h 146"/>
              <a:gd name="T4" fmla="*/ 135 w 145"/>
              <a:gd name="T5" fmla="*/ 109 h 146"/>
              <a:gd name="T6" fmla="*/ 109 w 145"/>
              <a:gd name="T7" fmla="*/ 136 h 146"/>
              <a:gd name="T8" fmla="*/ 72 w 145"/>
              <a:gd name="T9" fmla="*/ 146 h 146"/>
              <a:gd name="T10" fmla="*/ 36 w 145"/>
              <a:gd name="T11" fmla="*/ 136 h 146"/>
              <a:gd name="T12" fmla="*/ 9 w 145"/>
              <a:gd name="T13" fmla="*/ 109 h 146"/>
              <a:gd name="T14" fmla="*/ 0 w 145"/>
              <a:gd name="T15" fmla="*/ 73 h 146"/>
              <a:gd name="T16" fmla="*/ 9 w 145"/>
              <a:gd name="T17" fmla="*/ 37 h 146"/>
              <a:gd name="T18" fmla="*/ 36 w 145"/>
              <a:gd name="T19" fmla="*/ 10 h 146"/>
              <a:gd name="T20" fmla="*/ 72 w 145"/>
              <a:gd name="T21" fmla="*/ 0 h 146"/>
              <a:gd name="T22" fmla="*/ 109 w 145"/>
              <a:gd name="T23" fmla="*/ 10 h 146"/>
              <a:gd name="T24" fmla="*/ 135 w 145"/>
              <a:gd name="T25" fmla="*/ 37 h 146"/>
              <a:gd name="T26" fmla="*/ 121 w 145"/>
              <a:gd name="T27" fmla="*/ 58 h 146"/>
              <a:gd name="T28" fmla="*/ 119 w 145"/>
              <a:gd name="T29" fmla="*/ 53 h 146"/>
              <a:gd name="T30" fmla="*/ 111 w 145"/>
              <a:gd name="T31" fmla="*/ 45 h 146"/>
              <a:gd name="T32" fmla="*/ 107 w 145"/>
              <a:gd name="T33" fmla="*/ 43 h 146"/>
              <a:gd name="T34" fmla="*/ 102 w 145"/>
              <a:gd name="T35" fmla="*/ 45 h 146"/>
              <a:gd name="T36" fmla="*/ 64 w 145"/>
              <a:gd name="T37" fmla="*/ 83 h 146"/>
              <a:gd name="T38" fmla="*/ 42 w 145"/>
              <a:gd name="T39" fmla="*/ 62 h 146"/>
              <a:gd name="T40" fmla="*/ 38 w 145"/>
              <a:gd name="T41" fmla="*/ 60 h 146"/>
              <a:gd name="T42" fmla="*/ 34 w 145"/>
              <a:gd name="T43" fmla="*/ 62 h 146"/>
              <a:gd name="T44" fmla="*/ 25 w 145"/>
              <a:gd name="T45" fmla="*/ 70 h 146"/>
              <a:gd name="T46" fmla="*/ 24 w 145"/>
              <a:gd name="T47" fmla="*/ 75 h 146"/>
              <a:gd name="T48" fmla="*/ 25 w 145"/>
              <a:gd name="T49" fmla="*/ 79 h 146"/>
              <a:gd name="T50" fmla="*/ 59 w 145"/>
              <a:gd name="T51" fmla="*/ 113 h 146"/>
              <a:gd name="T52" fmla="*/ 64 w 145"/>
              <a:gd name="T53" fmla="*/ 115 h 146"/>
              <a:gd name="T54" fmla="*/ 68 w 145"/>
              <a:gd name="T55" fmla="*/ 113 h 146"/>
              <a:gd name="T56" fmla="*/ 119 w 145"/>
              <a:gd name="T57" fmla="*/ 62 h 146"/>
              <a:gd name="T58" fmla="*/ 121 w 145"/>
              <a:gd name="T59" fmla="*/ 58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45" h="146">
                <a:moveTo>
                  <a:pt x="135" y="37"/>
                </a:moveTo>
                <a:cubicBezTo>
                  <a:pt x="142" y="48"/>
                  <a:pt x="145" y="60"/>
                  <a:pt x="145" y="73"/>
                </a:cubicBezTo>
                <a:cubicBezTo>
                  <a:pt x="145" y="86"/>
                  <a:pt x="142" y="98"/>
                  <a:pt x="135" y="109"/>
                </a:cubicBezTo>
                <a:cubicBezTo>
                  <a:pt x="129" y="121"/>
                  <a:pt x="120" y="129"/>
                  <a:pt x="109" y="136"/>
                </a:cubicBezTo>
                <a:cubicBezTo>
                  <a:pt x="98" y="142"/>
                  <a:pt x="85" y="146"/>
                  <a:pt x="72" y="146"/>
                </a:cubicBezTo>
                <a:cubicBezTo>
                  <a:pt x="59" y="146"/>
                  <a:pt x="47" y="142"/>
                  <a:pt x="36" y="136"/>
                </a:cubicBezTo>
                <a:cubicBezTo>
                  <a:pt x="25" y="129"/>
                  <a:pt x="16" y="121"/>
                  <a:pt x="9" y="109"/>
                </a:cubicBezTo>
                <a:cubicBezTo>
                  <a:pt x="3" y="98"/>
                  <a:pt x="0" y="86"/>
                  <a:pt x="0" y="73"/>
                </a:cubicBezTo>
                <a:cubicBezTo>
                  <a:pt x="0" y="60"/>
                  <a:pt x="3" y="48"/>
                  <a:pt x="9" y="37"/>
                </a:cubicBezTo>
                <a:cubicBezTo>
                  <a:pt x="16" y="25"/>
                  <a:pt x="25" y="17"/>
                  <a:pt x="36" y="10"/>
                </a:cubicBezTo>
                <a:cubicBezTo>
                  <a:pt x="47" y="4"/>
                  <a:pt x="59" y="0"/>
                  <a:pt x="72" y="0"/>
                </a:cubicBezTo>
                <a:cubicBezTo>
                  <a:pt x="85" y="0"/>
                  <a:pt x="98" y="4"/>
                  <a:pt x="109" y="10"/>
                </a:cubicBezTo>
                <a:cubicBezTo>
                  <a:pt x="120" y="17"/>
                  <a:pt x="129" y="25"/>
                  <a:pt x="135" y="37"/>
                </a:cubicBezTo>
                <a:close/>
                <a:moveTo>
                  <a:pt x="121" y="58"/>
                </a:moveTo>
                <a:cubicBezTo>
                  <a:pt x="121" y="56"/>
                  <a:pt x="121" y="54"/>
                  <a:pt x="119" y="53"/>
                </a:cubicBezTo>
                <a:cubicBezTo>
                  <a:pt x="111" y="45"/>
                  <a:pt x="111" y="45"/>
                  <a:pt x="111" y="45"/>
                </a:cubicBezTo>
                <a:cubicBezTo>
                  <a:pt x="110" y="44"/>
                  <a:pt x="108" y="43"/>
                  <a:pt x="107" y="43"/>
                </a:cubicBezTo>
                <a:cubicBezTo>
                  <a:pt x="105" y="43"/>
                  <a:pt x="103" y="44"/>
                  <a:pt x="102" y="45"/>
                </a:cubicBezTo>
                <a:cubicBezTo>
                  <a:pt x="64" y="83"/>
                  <a:pt x="64" y="83"/>
                  <a:pt x="64" y="83"/>
                </a:cubicBezTo>
                <a:cubicBezTo>
                  <a:pt x="42" y="62"/>
                  <a:pt x="42" y="62"/>
                  <a:pt x="42" y="62"/>
                </a:cubicBezTo>
                <a:cubicBezTo>
                  <a:pt x="41" y="61"/>
                  <a:pt x="40" y="60"/>
                  <a:pt x="38" y="60"/>
                </a:cubicBezTo>
                <a:cubicBezTo>
                  <a:pt x="36" y="60"/>
                  <a:pt x="35" y="61"/>
                  <a:pt x="34" y="62"/>
                </a:cubicBezTo>
                <a:cubicBezTo>
                  <a:pt x="25" y="70"/>
                  <a:pt x="25" y="70"/>
                  <a:pt x="25" y="70"/>
                </a:cubicBezTo>
                <a:cubicBezTo>
                  <a:pt x="24" y="72"/>
                  <a:pt x="24" y="73"/>
                  <a:pt x="24" y="75"/>
                </a:cubicBezTo>
                <a:cubicBezTo>
                  <a:pt x="24" y="76"/>
                  <a:pt x="24" y="78"/>
                  <a:pt x="25" y="7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61" y="114"/>
                  <a:pt x="62" y="115"/>
                  <a:pt x="64" y="115"/>
                </a:cubicBezTo>
                <a:cubicBezTo>
                  <a:pt x="65" y="115"/>
                  <a:pt x="67" y="114"/>
                  <a:pt x="68" y="113"/>
                </a:cubicBezTo>
                <a:cubicBezTo>
                  <a:pt x="119" y="62"/>
                  <a:pt x="119" y="62"/>
                  <a:pt x="119" y="62"/>
                </a:cubicBezTo>
                <a:cubicBezTo>
                  <a:pt x="121" y="61"/>
                  <a:pt x="121" y="59"/>
                  <a:pt x="121" y="5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2" name="Rectangle 3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7311709" y="4327066"/>
            <a:ext cx="4337365" cy="509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50">
                <a:solidFill>
                  <a:schemeClr val="bg1"/>
                </a:solidFill>
                <a:latin typeface="Roboto Condensed Light" panose="02000000000000000000" pitchFamily="2" charset="0"/>
                <a:ea typeface="微软雅黑 Light" panose="02000000000000000000" pitchFamily="2" charset="0"/>
              </a:rPr>
              <a:t>同质化：共享的地点、共享的说法，只需对接一个保卫处。</a:t>
            </a:r>
          </a:p>
        </p:txBody>
      </p:sp>
      <p:sp>
        <p:nvSpPr>
          <p:cNvPr id="43" name="Freeform 8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EditPoints="1"/>
          </p:cNvSpPr>
          <p:nvPr/>
        </p:nvSpPr>
        <p:spPr bwMode="auto">
          <a:xfrm>
            <a:off x="6945951" y="5227925"/>
            <a:ext cx="214397" cy="216632"/>
          </a:xfrm>
          <a:custGeom>
            <a:avLst/>
            <a:gdLst>
              <a:gd name="T0" fmla="*/ 135 w 145"/>
              <a:gd name="T1" fmla="*/ 37 h 146"/>
              <a:gd name="T2" fmla="*/ 145 w 145"/>
              <a:gd name="T3" fmla="*/ 73 h 146"/>
              <a:gd name="T4" fmla="*/ 135 w 145"/>
              <a:gd name="T5" fmla="*/ 109 h 146"/>
              <a:gd name="T6" fmla="*/ 109 w 145"/>
              <a:gd name="T7" fmla="*/ 136 h 146"/>
              <a:gd name="T8" fmla="*/ 72 w 145"/>
              <a:gd name="T9" fmla="*/ 146 h 146"/>
              <a:gd name="T10" fmla="*/ 36 w 145"/>
              <a:gd name="T11" fmla="*/ 136 h 146"/>
              <a:gd name="T12" fmla="*/ 9 w 145"/>
              <a:gd name="T13" fmla="*/ 109 h 146"/>
              <a:gd name="T14" fmla="*/ 0 w 145"/>
              <a:gd name="T15" fmla="*/ 73 h 146"/>
              <a:gd name="T16" fmla="*/ 9 w 145"/>
              <a:gd name="T17" fmla="*/ 37 h 146"/>
              <a:gd name="T18" fmla="*/ 36 w 145"/>
              <a:gd name="T19" fmla="*/ 10 h 146"/>
              <a:gd name="T20" fmla="*/ 72 w 145"/>
              <a:gd name="T21" fmla="*/ 0 h 146"/>
              <a:gd name="T22" fmla="*/ 109 w 145"/>
              <a:gd name="T23" fmla="*/ 10 h 146"/>
              <a:gd name="T24" fmla="*/ 135 w 145"/>
              <a:gd name="T25" fmla="*/ 37 h 146"/>
              <a:gd name="T26" fmla="*/ 121 w 145"/>
              <a:gd name="T27" fmla="*/ 58 h 146"/>
              <a:gd name="T28" fmla="*/ 119 w 145"/>
              <a:gd name="T29" fmla="*/ 53 h 146"/>
              <a:gd name="T30" fmla="*/ 111 w 145"/>
              <a:gd name="T31" fmla="*/ 45 h 146"/>
              <a:gd name="T32" fmla="*/ 107 w 145"/>
              <a:gd name="T33" fmla="*/ 43 h 146"/>
              <a:gd name="T34" fmla="*/ 102 w 145"/>
              <a:gd name="T35" fmla="*/ 45 h 146"/>
              <a:gd name="T36" fmla="*/ 64 w 145"/>
              <a:gd name="T37" fmla="*/ 83 h 146"/>
              <a:gd name="T38" fmla="*/ 42 w 145"/>
              <a:gd name="T39" fmla="*/ 62 h 146"/>
              <a:gd name="T40" fmla="*/ 38 w 145"/>
              <a:gd name="T41" fmla="*/ 60 h 146"/>
              <a:gd name="T42" fmla="*/ 34 w 145"/>
              <a:gd name="T43" fmla="*/ 62 h 146"/>
              <a:gd name="T44" fmla="*/ 25 w 145"/>
              <a:gd name="T45" fmla="*/ 70 h 146"/>
              <a:gd name="T46" fmla="*/ 24 w 145"/>
              <a:gd name="T47" fmla="*/ 75 h 146"/>
              <a:gd name="T48" fmla="*/ 25 w 145"/>
              <a:gd name="T49" fmla="*/ 79 h 146"/>
              <a:gd name="T50" fmla="*/ 59 w 145"/>
              <a:gd name="T51" fmla="*/ 113 h 146"/>
              <a:gd name="T52" fmla="*/ 64 w 145"/>
              <a:gd name="T53" fmla="*/ 115 h 146"/>
              <a:gd name="T54" fmla="*/ 68 w 145"/>
              <a:gd name="T55" fmla="*/ 113 h 146"/>
              <a:gd name="T56" fmla="*/ 119 w 145"/>
              <a:gd name="T57" fmla="*/ 62 h 146"/>
              <a:gd name="T58" fmla="*/ 121 w 145"/>
              <a:gd name="T59" fmla="*/ 58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45" h="146">
                <a:moveTo>
                  <a:pt x="135" y="37"/>
                </a:moveTo>
                <a:cubicBezTo>
                  <a:pt x="142" y="48"/>
                  <a:pt x="145" y="60"/>
                  <a:pt x="145" y="73"/>
                </a:cubicBezTo>
                <a:cubicBezTo>
                  <a:pt x="145" y="86"/>
                  <a:pt x="142" y="98"/>
                  <a:pt x="135" y="109"/>
                </a:cubicBezTo>
                <a:cubicBezTo>
                  <a:pt x="129" y="121"/>
                  <a:pt x="120" y="129"/>
                  <a:pt x="109" y="136"/>
                </a:cubicBezTo>
                <a:cubicBezTo>
                  <a:pt x="98" y="142"/>
                  <a:pt x="85" y="146"/>
                  <a:pt x="72" y="146"/>
                </a:cubicBezTo>
                <a:cubicBezTo>
                  <a:pt x="59" y="146"/>
                  <a:pt x="47" y="142"/>
                  <a:pt x="36" y="136"/>
                </a:cubicBezTo>
                <a:cubicBezTo>
                  <a:pt x="25" y="129"/>
                  <a:pt x="16" y="121"/>
                  <a:pt x="9" y="109"/>
                </a:cubicBezTo>
                <a:cubicBezTo>
                  <a:pt x="3" y="98"/>
                  <a:pt x="0" y="86"/>
                  <a:pt x="0" y="73"/>
                </a:cubicBezTo>
                <a:cubicBezTo>
                  <a:pt x="0" y="60"/>
                  <a:pt x="3" y="48"/>
                  <a:pt x="9" y="37"/>
                </a:cubicBezTo>
                <a:cubicBezTo>
                  <a:pt x="16" y="25"/>
                  <a:pt x="25" y="17"/>
                  <a:pt x="36" y="10"/>
                </a:cubicBezTo>
                <a:cubicBezTo>
                  <a:pt x="47" y="4"/>
                  <a:pt x="59" y="0"/>
                  <a:pt x="72" y="0"/>
                </a:cubicBezTo>
                <a:cubicBezTo>
                  <a:pt x="85" y="0"/>
                  <a:pt x="98" y="4"/>
                  <a:pt x="109" y="10"/>
                </a:cubicBezTo>
                <a:cubicBezTo>
                  <a:pt x="120" y="17"/>
                  <a:pt x="129" y="25"/>
                  <a:pt x="135" y="37"/>
                </a:cubicBezTo>
                <a:close/>
                <a:moveTo>
                  <a:pt x="121" y="58"/>
                </a:moveTo>
                <a:cubicBezTo>
                  <a:pt x="121" y="56"/>
                  <a:pt x="121" y="54"/>
                  <a:pt x="119" y="53"/>
                </a:cubicBezTo>
                <a:cubicBezTo>
                  <a:pt x="111" y="45"/>
                  <a:pt x="111" y="45"/>
                  <a:pt x="111" y="45"/>
                </a:cubicBezTo>
                <a:cubicBezTo>
                  <a:pt x="110" y="44"/>
                  <a:pt x="108" y="43"/>
                  <a:pt x="107" y="43"/>
                </a:cubicBezTo>
                <a:cubicBezTo>
                  <a:pt x="105" y="43"/>
                  <a:pt x="103" y="44"/>
                  <a:pt x="102" y="45"/>
                </a:cubicBezTo>
                <a:cubicBezTo>
                  <a:pt x="64" y="83"/>
                  <a:pt x="64" y="83"/>
                  <a:pt x="64" y="83"/>
                </a:cubicBezTo>
                <a:cubicBezTo>
                  <a:pt x="42" y="62"/>
                  <a:pt x="42" y="62"/>
                  <a:pt x="42" y="62"/>
                </a:cubicBezTo>
                <a:cubicBezTo>
                  <a:pt x="41" y="61"/>
                  <a:pt x="40" y="60"/>
                  <a:pt x="38" y="60"/>
                </a:cubicBezTo>
                <a:cubicBezTo>
                  <a:pt x="36" y="60"/>
                  <a:pt x="35" y="61"/>
                  <a:pt x="34" y="62"/>
                </a:cubicBezTo>
                <a:cubicBezTo>
                  <a:pt x="25" y="70"/>
                  <a:pt x="25" y="70"/>
                  <a:pt x="25" y="70"/>
                </a:cubicBezTo>
                <a:cubicBezTo>
                  <a:pt x="24" y="72"/>
                  <a:pt x="24" y="73"/>
                  <a:pt x="24" y="75"/>
                </a:cubicBezTo>
                <a:cubicBezTo>
                  <a:pt x="24" y="76"/>
                  <a:pt x="24" y="78"/>
                  <a:pt x="25" y="7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61" y="114"/>
                  <a:pt x="62" y="115"/>
                  <a:pt x="64" y="115"/>
                </a:cubicBezTo>
                <a:cubicBezTo>
                  <a:pt x="65" y="115"/>
                  <a:pt x="67" y="114"/>
                  <a:pt x="68" y="113"/>
                </a:cubicBezTo>
                <a:cubicBezTo>
                  <a:pt x="119" y="62"/>
                  <a:pt x="119" y="62"/>
                  <a:pt x="119" y="62"/>
                </a:cubicBezTo>
                <a:cubicBezTo>
                  <a:pt x="121" y="61"/>
                  <a:pt x="121" y="59"/>
                  <a:pt x="121" y="5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4" name="Rectangle 3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7311709" y="5080145"/>
            <a:ext cx="4337365" cy="509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chemeClr val="bg1"/>
                </a:solidFill>
                <a:latin typeface="Roboto Condensed Light" panose="02000000000000000000" pitchFamily="2" charset="0"/>
                <a:ea typeface="微软雅黑 Light" panose="02000000000000000000" pitchFamily="2" charset="0"/>
              </a:rPr>
              <a:t>天然背书：学生会或保卫处的存量无主物品，开业第一天就解决供给侧冷启动。</a:t>
            </a:r>
          </a:p>
        </p:txBody>
      </p:sp>
      <p:sp>
        <p:nvSpPr>
          <p:cNvPr id="45" name="Freeform 8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EditPoints="1"/>
          </p:cNvSpPr>
          <p:nvPr/>
        </p:nvSpPr>
        <p:spPr bwMode="auto">
          <a:xfrm>
            <a:off x="6945951" y="3721767"/>
            <a:ext cx="214397" cy="216632"/>
          </a:xfrm>
          <a:custGeom>
            <a:avLst/>
            <a:gdLst>
              <a:gd name="T0" fmla="*/ 135 w 145"/>
              <a:gd name="T1" fmla="*/ 37 h 146"/>
              <a:gd name="T2" fmla="*/ 145 w 145"/>
              <a:gd name="T3" fmla="*/ 73 h 146"/>
              <a:gd name="T4" fmla="*/ 135 w 145"/>
              <a:gd name="T5" fmla="*/ 109 h 146"/>
              <a:gd name="T6" fmla="*/ 109 w 145"/>
              <a:gd name="T7" fmla="*/ 136 h 146"/>
              <a:gd name="T8" fmla="*/ 72 w 145"/>
              <a:gd name="T9" fmla="*/ 146 h 146"/>
              <a:gd name="T10" fmla="*/ 36 w 145"/>
              <a:gd name="T11" fmla="*/ 136 h 146"/>
              <a:gd name="T12" fmla="*/ 9 w 145"/>
              <a:gd name="T13" fmla="*/ 109 h 146"/>
              <a:gd name="T14" fmla="*/ 0 w 145"/>
              <a:gd name="T15" fmla="*/ 73 h 146"/>
              <a:gd name="T16" fmla="*/ 9 w 145"/>
              <a:gd name="T17" fmla="*/ 37 h 146"/>
              <a:gd name="T18" fmla="*/ 36 w 145"/>
              <a:gd name="T19" fmla="*/ 10 h 146"/>
              <a:gd name="T20" fmla="*/ 72 w 145"/>
              <a:gd name="T21" fmla="*/ 0 h 146"/>
              <a:gd name="T22" fmla="*/ 109 w 145"/>
              <a:gd name="T23" fmla="*/ 10 h 146"/>
              <a:gd name="T24" fmla="*/ 135 w 145"/>
              <a:gd name="T25" fmla="*/ 37 h 146"/>
              <a:gd name="T26" fmla="*/ 121 w 145"/>
              <a:gd name="T27" fmla="*/ 58 h 146"/>
              <a:gd name="T28" fmla="*/ 119 w 145"/>
              <a:gd name="T29" fmla="*/ 53 h 146"/>
              <a:gd name="T30" fmla="*/ 111 w 145"/>
              <a:gd name="T31" fmla="*/ 45 h 146"/>
              <a:gd name="T32" fmla="*/ 107 w 145"/>
              <a:gd name="T33" fmla="*/ 43 h 146"/>
              <a:gd name="T34" fmla="*/ 102 w 145"/>
              <a:gd name="T35" fmla="*/ 45 h 146"/>
              <a:gd name="T36" fmla="*/ 64 w 145"/>
              <a:gd name="T37" fmla="*/ 83 h 146"/>
              <a:gd name="T38" fmla="*/ 42 w 145"/>
              <a:gd name="T39" fmla="*/ 62 h 146"/>
              <a:gd name="T40" fmla="*/ 38 w 145"/>
              <a:gd name="T41" fmla="*/ 60 h 146"/>
              <a:gd name="T42" fmla="*/ 34 w 145"/>
              <a:gd name="T43" fmla="*/ 62 h 146"/>
              <a:gd name="T44" fmla="*/ 25 w 145"/>
              <a:gd name="T45" fmla="*/ 70 h 146"/>
              <a:gd name="T46" fmla="*/ 24 w 145"/>
              <a:gd name="T47" fmla="*/ 75 h 146"/>
              <a:gd name="T48" fmla="*/ 25 w 145"/>
              <a:gd name="T49" fmla="*/ 79 h 146"/>
              <a:gd name="T50" fmla="*/ 59 w 145"/>
              <a:gd name="T51" fmla="*/ 113 h 146"/>
              <a:gd name="T52" fmla="*/ 64 w 145"/>
              <a:gd name="T53" fmla="*/ 115 h 146"/>
              <a:gd name="T54" fmla="*/ 68 w 145"/>
              <a:gd name="T55" fmla="*/ 113 h 146"/>
              <a:gd name="T56" fmla="*/ 119 w 145"/>
              <a:gd name="T57" fmla="*/ 62 h 146"/>
              <a:gd name="T58" fmla="*/ 121 w 145"/>
              <a:gd name="T59" fmla="*/ 58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45" h="146">
                <a:moveTo>
                  <a:pt x="135" y="37"/>
                </a:moveTo>
                <a:cubicBezTo>
                  <a:pt x="142" y="48"/>
                  <a:pt x="145" y="60"/>
                  <a:pt x="145" y="73"/>
                </a:cubicBezTo>
                <a:cubicBezTo>
                  <a:pt x="145" y="86"/>
                  <a:pt x="142" y="98"/>
                  <a:pt x="135" y="109"/>
                </a:cubicBezTo>
                <a:cubicBezTo>
                  <a:pt x="129" y="121"/>
                  <a:pt x="120" y="129"/>
                  <a:pt x="109" y="136"/>
                </a:cubicBezTo>
                <a:cubicBezTo>
                  <a:pt x="98" y="142"/>
                  <a:pt x="85" y="146"/>
                  <a:pt x="72" y="146"/>
                </a:cubicBezTo>
                <a:cubicBezTo>
                  <a:pt x="59" y="146"/>
                  <a:pt x="47" y="142"/>
                  <a:pt x="36" y="136"/>
                </a:cubicBezTo>
                <a:cubicBezTo>
                  <a:pt x="25" y="129"/>
                  <a:pt x="16" y="121"/>
                  <a:pt x="9" y="109"/>
                </a:cubicBezTo>
                <a:cubicBezTo>
                  <a:pt x="3" y="98"/>
                  <a:pt x="0" y="86"/>
                  <a:pt x="0" y="73"/>
                </a:cubicBezTo>
                <a:cubicBezTo>
                  <a:pt x="0" y="60"/>
                  <a:pt x="3" y="48"/>
                  <a:pt x="9" y="37"/>
                </a:cubicBezTo>
                <a:cubicBezTo>
                  <a:pt x="16" y="25"/>
                  <a:pt x="25" y="17"/>
                  <a:pt x="36" y="10"/>
                </a:cubicBezTo>
                <a:cubicBezTo>
                  <a:pt x="47" y="4"/>
                  <a:pt x="59" y="0"/>
                  <a:pt x="72" y="0"/>
                </a:cubicBezTo>
                <a:cubicBezTo>
                  <a:pt x="85" y="0"/>
                  <a:pt x="98" y="4"/>
                  <a:pt x="109" y="10"/>
                </a:cubicBezTo>
                <a:cubicBezTo>
                  <a:pt x="120" y="17"/>
                  <a:pt x="129" y="25"/>
                  <a:pt x="135" y="37"/>
                </a:cubicBezTo>
                <a:close/>
                <a:moveTo>
                  <a:pt x="121" y="58"/>
                </a:moveTo>
                <a:cubicBezTo>
                  <a:pt x="121" y="56"/>
                  <a:pt x="121" y="54"/>
                  <a:pt x="119" y="53"/>
                </a:cubicBezTo>
                <a:cubicBezTo>
                  <a:pt x="111" y="45"/>
                  <a:pt x="111" y="45"/>
                  <a:pt x="111" y="45"/>
                </a:cubicBezTo>
                <a:cubicBezTo>
                  <a:pt x="110" y="44"/>
                  <a:pt x="108" y="43"/>
                  <a:pt x="107" y="43"/>
                </a:cubicBezTo>
                <a:cubicBezTo>
                  <a:pt x="105" y="43"/>
                  <a:pt x="103" y="44"/>
                  <a:pt x="102" y="45"/>
                </a:cubicBezTo>
                <a:cubicBezTo>
                  <a:pt x="64" y="83"/>
                  <a:pt x="64" y="83"/>
                  <a:pt x="64" y="83"/>
                </a:cubicBezTo>
                <a:cubicBezTo>
                  <a:pt x="42" y="62"/>
                  <a:pt x="42" y="62"/>
                  <a:pt x="42" y="62"/>
                </a:cubicBezTo>
                <a:cubicBezTo>
                  <a:pt x="41" y="61"/>
                  <a:pt x="40" y="60"/>
                  <a:pt x="38" y="60"/>
                </a:cubicBezTo>
                <a:cubicBezTo>
                  <a:pt x="36" y="60"/>
                  <a:pt x="35" y="61"/>
                  <a:pt x="34" y="62"/>
                </a:cubicBezTo>
                <a:cubicBezTo>
                  <a:pt x="25" y="70"/>
                  <a:pt x="25" y="70"/>
                  <a:pt x="25" y="70"/>
                </a:cubicBezTo>
                <a:cubicBezTo>
                  <a:pt x="24" y="72"/>
                  <a:pt x="24" y="73"/>
                  <a:pt x="24" y="75"/>
                </a:cubicBezTo>
                <a:cubicBezTo>
                  <a:pt x="24" y="76"/>
                  <a:pt x="24" y="78"/>
                  <a:pt x="25" y="7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61" y="114"/>
                  <a:pt x="62" y="115"/>
                  <a:pt x="64" y="115"/>
                </a:cubicBezTo>
                <a:cubicBezTo>
                  <a:pt x="65" y="115"/>
                  <a:pt x="67" y="114"/>
                  <a:pt x="68" y="113"/>
                </a:cubicBezTo>
                <a:cubicBezTo>
                  <a:pt x="119" y="62"/>
                  <a:pt x="119" y="62"/>
                  <a:pt x="119" y="62"/>
                </a:cubicBezTo>
                <a:cubicBezTo>
                  <a:pt x="121" y="61"/>
                  <a:pt x="121" y="59"/>
                  <a:pt x="121" y="5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6" name="Rectangle 3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7311709" y="3573987"/>
            <a:ext cx="4337365" cy="509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chemeClr val="bg1"/>
                </a:solidFill>
                <a:latin typeface="Roboto Condensed Light" panose="02000000000000000000" pitchFamily="2" charset="0"/>
                <a:ea typeface="微软雅黑 Light" panose="02000000000000000000" pitchFamily="2" charset="0"/>
              </a:rPr>
              <a:t>密度：单个校园 1–3 万人，每天在同样的几栋楼里丢东西。</a:t>
            </a:r>
          </a:p>
        </p:txBody>
      </p:sp>
      <p:sp>
        <p:nvSpPr>
          <p:cNvPr id="4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p:transition spd="slow"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521207" y="603504"/>
            <a:ext cx="1234440" cy="26161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sz="11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COMPETITION</a:t>
            </a:r>
          </a:p>
        </p:txBody>
      </p:sp>
      <p:sp>
        <p:nvSpPr>
          <p:cNvPr id="9" name="TextBox 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521207" y="987552"/>
            <a:ext cx="58521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Competitive Landscape.</a:t>
            </a:r>
          </a:p>
        </p:txBody>
      </p:sp>
      <p:sp>
        <p:nvSpPr>
          <p:cNvPr id="14" name="Rectangle 1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521207" y="5521731"/>
            <a:ext cx="8895058" cy="512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chemeClr val="accent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Objectively disintermediate leveraged manufactured products before team driven resources. </a:t>
            </a:r>
            <a:r>
              <a:rPr lang="en-US" sz="1100" dirty="0" err="1">
                <a:solidFill>
                  <a:schemeClr val="accent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Energistically</a:t>
            </a:r>
            <a:r>
              <a:rPr lang="en-US" sz="1100" dirty="0">
                <a:solidFill>
                  <a:schemeClr val="accent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incentivize holistic channels rather than interactive interfaces. Objectively disintermediate leveraged manufactured products before team driven resources. </a:t>
            </a:r>
          </a:p>
        </p:txBody>
      </p:sp>
      <p:sp>
        <p:nvSpPr>
          <p:cNvPr id="2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21207" y="1975104"/>
          <a:ext cx="11155680" cy="3429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2A3D52"/>
                      </a:solidFill>
                    </a:lnL>
                    <a:lnR w="9525" cap="flat" cmpd="sng">
                      <a:solidFill>
                        <a:srgbClr val="2A3D52"/>
                      </a:solidFill>
                    </a:lnR>
                    <a:lnT w="9525" cap="flat" cmpd="sng">
                      <a:solidFill>
                        <a:srgbClr val="2A3D52"/>
                      </a:solidFill>
                    </a:lnT>
                    <a:lnB w="9525" cap="flat" cmpd="sng">
                      <a:solidFill>
                        <a:srgbClr val="2A3D52"/>
                      </a:solidFill>
                    </a:lnB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 Light"/>
                          <a:ea typeface="微软雅黑 Light"/>
                        </a:rPr>
                        <a:t>自动匹配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2A3D52"/>
                      </a:solidFill>
                    </a:lnL>
                    <a:lnR w="9525" cap="flat" cmpd="sng">
                      <a:solidFill>
                        <a:srgbClr val="2A3D52"/>
                      </a:solidFill>
                    </a:lnR>
                    <a:lnT w="9525" cap="flat" cmpd="sng">
                      <a:solidFill>
                        <a:srgbClr val="2A3D52"/>
                      </a:solidFill>
                    </a:lnT>
                    <a:lnB w="9525" cap="flat" cmpd="sng">
                      <a:solidFill>
                        <a:srgbClr val="2A3D52"/>
                      </a:solidFill>
                    </a:lnB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 Light"/>
                          <a:ea typeface="微软雅黑 Light"/>
                        </a:rPr>
                        <a:t>主动通知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2A3D52"/>
                      </a:solidFill>
                    </a:lnL>
                    <a:lnR w="9525" cap="flat" cmpd="sng">
                      <a:solidFill>
                        <a:srgbClr val="2A3D52"/>
                      </a:solidFill>
                    </a:lnR>
                    <a:lnT w="9525" cap="flat" cmpd="sng">
                      <a:solidFill>
                        <a:srgbClr val="2A3D52"/>
                      </a:solidFill>
                    </a:lnT>
                    <a:lnB w="9525" cap="flat" cmpd="sng">
                      <a:solidFill>
                        <a:srgbClr val="2A3D52"/>
                      </a:solidFill>
                    </a:lnB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 Light"/>
                          <a:ea typeface="微软雅黑 Light"/>
                        </a:rPr>
                        <a:t>防欺诈验证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2A3D52"/>
                      </a:solidFill>
                    </a:lnL>
                    <a:lnR w="9525" cap="flat" cmpd="sng">
                      <a:solidFill>
                        <a:srgbClr val="2A3D52"/>
                      </a:solidFill>
                    </a:lnR>
                    <a:lnT w="9525" cap="flat" cmpd="sng">
                      <a:solidFill>
                        <a:srgbClr val="2A3D52"/>
                      </a:solidFill>
                    </a:lnT>
                    <a:lnB w="9525" cap="flat" cmpd="sng">
                      <a:solidFill>
                        <a:srgbClr val="2A3D52"/>
                      </a:solidFill>
                    </a:lnB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 Light"/>
                          <a:ea typeface="微软雅黑 Light"/>
                        </a:rPr>
                        <a:t>机构工具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2A3D52"/>
                      </a:solidFill>
                    </a:lnL>
                    <a:lnR w="9525" cap="flat" cmpd="sng">
                      <a:solidFill>
                        <a:srgbClr val="2A3D52"/>
                      </a:solidFill>
                    </a:lnR>
                    <a:lnT w="9525" cap="flat" cmpd="sng">
                      <a:solidFill>
                        <a:srgbClr val="2A3D52"/>
                      </a:solidFill>
                    </a:lnT>
                    <a:lnB w="9525" cap="flat" cmpd="sng">
                      <a:solidFill>
                        <a:srgbClr val="2A3D52"/>
                      </a:solidFill>
                    </a:lnB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3D52"/>
                          </a:solidFill>
                          <a:latin typeface="微软雅黑 Light"/>
                          <a:ea typeface="微软雅黑 Light"/>
                        </a:rPr>
                        <a:t>失物认领服务台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 algn="ctr">
                      <a:solidFill>
                        <a:srgbClr val="2A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6D9DE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 algn="ctr">
                      <a:solidFill>
                        <a:srgbClr val="2A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6D9DE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 algn="ctr">
                      <a:solidFill>
                        <a:srgbClr val="2A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6D9DE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部分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 algn="ctr">
                      <a:solidFill>
                        <a:srgbClr val="2A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6D9DE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 algn="ctr">
                      <a:solidFill>
                        <a:srgbClr val="2A3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D6D9DE"/>
                      </a:solidFill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3D52"/>
                          </a:solidFill>
                          <a:latin typeface="微软雅黑 Light"/>
                          <a:ea typeface="微软雅黑 Light"/>
                        </a:rPr>
                        <a:t>社交媒体群组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3D52"/>
                          </a:solidFill>
                          <a:latin typeface="微软雅黑 Light"/>
                          <a:ea typeface="微软雅黑 Light"/>
                        </a:rPr>
                        <a:t>校园公告板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3D52"/>
                          </a:solidFill>
                          <a:latin typeface="微软雅黑 Light"/>
                          <a:ea typeface="微软雅黑 Light"/>
                        </a:rPr>
                        <a:t>通用二手平台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部分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A3D52"/>
                          </a:solidFill>
                          <a:latin typeface="微软雅黑 Light"/>
                          <a:ea typeface="微软雅黑 Light"/>
                        </a:rPr>
                        <a:t>B2B 失物管理软件
(Crowdfind / Chargerback / iLost)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部分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部分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A3D52"/>
                          </a:solidFill>
                          <a:latin typeface="微软雅黑 Light"/>
                          <a:ea typeface="微软雅黑 Light"/>
                        </a:rPr>
                        <a:t>AI 匹配应用 (Boomerang)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部分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部分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B6C83"/>
                          </a:solidFill>
                          <a:latin typeface="微软雅黑 Light"/>
                          <a:ea typeface="微软雅黑 Light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D6D9DE"/>
                      </a:solidFill>
                    </a:lnL>
                    <a:lnR w="9525" cap="flat" cmpd="sng">
                      <a:solidFill>
                        <a:srgbClr val="D6D9DE"/>
                      </a:solidFill>
                    </a:lnR>
                    <a:lnT w="9525" cap="flat" cmpd="sng">
                      <a:solidFill>
                        <a:srgbClr val="D6D9DE"/>
                      </a:solidFill>
                    </a:lnT>
                    <a:lnB w="9525" cap="flat" cmpd="sng">
                      <a:solidFill>
                        <a:srgbClr val="D6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50" b="1" dirty="0" err="1">
                          <a:solidFill>
                            <a:srgbClr val="2A3D52"/>
                          </a:solidFill>
                          <a:latin typeface="微软雅黑 Light"/>
                          <a:ea typeface="微软雅黑 Light"/>
                        </a:rPr>
                        <a:t>ReFind</a:t>
                      </a:r>
                      <a:endParaRPr sz="1050" b="1" dirty="0">
                        <a:solidFill>
                          <a:srgbClr val="2A3D52"/>
                        </a:solidFill>
                        <a:latin typeface="微软雅黑 Light"/>
                        <a:ea typeface="微软雅黑 Light"/>
                      </a:endParaRP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2A3D52"/>
                      </a:solidFill>
                    </a:lnL>
                    <a:lnR w="9525" cap="flat" cmpd="sng">
                      <a:solidFill>
                        <a:srgbClr val="2A3D52"/>
                      </a:solidFill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3D52"/>
                      </a:solidFill>
                    </a:lnB>
                    <a:solidFill>
                      <a:srgbClr val="C4A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3D52"/>
                          </a:solidFill>
                          <a:latin typeface="微软雅黑 Light"/>
                          <a:ea typeface="微软雅黑 Light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2A3D52"/>
                      </a:solidFill>
                    </a:lnL>
                    <a:lnR w="9525" cap="flat" cmpd="sng">
                      <a:solidFill>
                        <a:srgbClr val="2A3D52"/>
                      </a:solidFill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3D52"/>
                      </a:solidFill>
                    </a:lnB>
                    <a:solidFill>
                      <a:srgbClr val="C4A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3D52"/>
                          </a:solidFill>
                          <a:latin typeface="微软雅黑 Light"/>
                          <a:ea typeface="微软雅黑 Light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2A3D52"/>
                      </a:solidFill>
                    </a:lnL>
                    <a:lnR w="9525" cap="flat" cmpd="sng">
                      <a:solidFill>
                        <a:srgbClr val="2A3D52"/>
                      </a:solidFill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3D52"/>
                      </a:solidFill>
                    </a:lnB>
                    <a:solidFill>
                      <a:srgbClr val="C4A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A3D52"/>
                          </a:solidFill>
                          <a:latin typeface="微软雅黑 Light"/>
                          <a:ea typeface="微软雅黑 Light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2A3D52"/>
                      </a:solidFill>
                    </a:lnL>
                    <a:lnR w="9525" cap="flat" cmpd="sng">
                      <a:solidFill>
                        <a:srgbClr val="2A3D52"/>
                      </a:solidFill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3D52"/>
                      </a:solidFill>
                    </a:lnB>
                    <a:solidFill>
                      <a:srgbClr val="C4A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2A3D52"/>
                          </a:solidFill>
                          <a:latin typeface="微软雅黑 Light"/>
                          <a:ea typeface="微软雅黑 Light"/>
                        </a:rPr>
                        <a:t>✓</a:t>
                      </a:r>
                    </a:p>
                  </a:txBody>
                  <a:tcPr marL="73152" marR="73152" marT="27432" marB="27432" anchor="ctr">
                    <a:lnL w="9525" cap="flat" cmpd="sng">
                      <a:solidFill>
                        <a:srgbClr val="2A3D52"/>
                      </a:solidFill>
                    </a:lnL>
                    <a:lnR w="9525" cap="flat" cmpd="sng">
                      <a:solidFill>
                        <a:srgbClr val="2A3D52"/>
                      </a:solidFill>
                    </a:lnR>
                    <a:lnT w="9525" cap="flat" cmpd="sng" algn="ctr">
                      <a:solidFill>
                        <a:srgbClr val="D6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3D52"/>
                      </a:solidFill>
                    </a:lnB>
                    <a:solidFill>
                      <a:srgbClr val="C4A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64700" y="6254496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100" dirty="0">
                <a:solidFill>
                  <a:srgbClr val="5B6C83"/>
                </a:solidFill>
                <a:latin typeface="微软雅黑 Light"/>
                <a:ea typeface="微软雅黑 Light"/>
              </a:rPr>
              <a:t>Boomerang </a:t>
            </a:r>
            <a:r>
              <a:rPr sz="1100" dirty="0" err="1">
                <a:solidFill>
                  <a:srgbClr val="5B6C83"/>
                </a:solidFill>
                <a:latin typeface="微软雅黑 Light"/>
                <a:ea typeface="微软雅黑 Light"/>
              </a:rPr>
              <a:t>拿过</a:t>
            </a:r>
            <a:r>
              <a:rPr sz="1100" dirty="0">
                <a:solidFill>
                  <a:srgbClr val="5B6C83"/>
                </a:solidFill>
                <a:latin typeface="微软雅黑 Light"/>
                <a:ea typeface="微软雅黑 Light"/>
              </a:rPr>
              <a:t> </a:t>
            </a:r>
            <a:r>
              <a:rPr sz="1100" dirty="0" err="1">
                <a:solidFill>
                  <a:srgbClr val="5B6C83"/>
                </a:solidFill>
                <a:latin typeface="微软雅黑 Light"/>
                <a:ea typeface="微软雅黑 Light"/>
              </a:rPr>
              <a:t>VC：市场已经被验证。但没有人做校园点对点</a:t>
            </a:r>
            <a:r>
              <a:rPr sz="1100" dirty="0">
                <a:solidFill>
                  <a:srgbClr val="5B6C83"/>
                </a:solidFill>
                <a:latin typeface="微软雅黑 Light"/>
                <a:ea typeface="微软雅黑 Light"/>
              </a:rPr>
              <a:t> + </a:t>
            </a:r>
            <a:r>
              <a:rPr sz="1100" dirty="0" err="1">
                <a:solidFill>
                  <a:srgbClr val="5B6C83"/>
                </a:solidFill>
                <a:latin typeface="微软雅黑 Light"/>
                <a:ea typeface="微软雅黑 Light"/>
              </a:rPr>
              <a:t>验证</a:t>
            </a:r>
            <a:r>
              <a:rPr sz="1100" dirty="0">
                <a:solidFill>
                  <a:srgbClr val="5B6C83"/>
                </a:solidFill>
                <a:latin typeface="微软雅黑 Light"/>
                <a:ea typeface="微软雅黑 Light"/>
              </a:rPr>
              <a:t> + </a:t>
            </a:r>
            <a:r>
              <a:rPr sz="1100" dirty="0" err="1">
                <a:solidFill>
                  <a:srgbClr val="5B6C83"/>
                </a:solidFill>
                <a:latin typeface="微软雅黑 Light"/>
                <a:ea typeface="微软雅黑 Light"/>
              </a:rPr>
              <a:t>激励这三件事的组合，这正是</a:t>
            </a:r>
            <a:r>
              <a:rPr sz="1100" dirty="0">
                <a:solidFill>
                  <a:srgbClr val="5B6C83"/>
                </a:solidFill>
                <a:latin typeface="微软雅黑 Light"/>
                <a:ea typeface="微软雅黑 Light"/>
              </a:rPr>
              <a:t> </a:t>
            </a:r>
            <a:r>
              <a:rPr sz="1100" dirty="0" err="1">
                <a:solidFill>
                  <a:srgbClr val="5B6C83"/>
                </a:solidFill>
                <a:latin typeface="微软雅黑 Light"/>
                <a:ea typeface="微软雅黑 Light"/>
              </a:rPr>
              <a:t>ReFind</a:t>
            </a:r>
            <a:r>
              <a:rPr sz="1100" dirty="0">
                <a:solidFill>
                  <a:srgbClr val="5B6C83"/>
                </a:solidFill>
                <a:latin typeface="微软雅黑 Light"/>
                <a:ea typeface="微软雅黑 Light"/>
              </a:rPr>
              <a:t> </a:t>
            </a:r>
            <a:r>
              <a:rPr sz="1100" dirty="0" err="1">
                <a:solidFill>
                  <a:srgbClr val="5B6C83"/>
                </a:solidFill>
                <a:latin typeface="微软雅黑 Light"/>
                <a:ea typeface="微软雅黑 Light"/>
              </a:rPr>
              <a:t>的缺口</a:t>
            </a:r>
            <a:r>
              <a:rPr sz="1100" dirty="0">
                <a:solidFill>
                  <a:srgbClr val="5B6C83"/>
                </a:solidFill>
                <a:latin typeface="微软雅黑 Light"/>
                <a:ea typeface="微软雅黑 Light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501922" y="588545"/>
            <a:ext cx="4471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Felix Titling" panose="04060505060202020A04" pitchFamily="82" charset="0"/>
                <a:ea typeface="Roboto Black" panose="02000000000000000000" pitchFamily="2" charset="0"/>
                <a:cs typeface="Arial" panose="020B0604020202020204" pitchFamily="34" charset="0"/>
              </a:rPr>
              <a:t>OUR SERVICES</a:t>
            </a:r>
          </a:p>
        </p:txBody>
      </p:sp>
      <p:sp>
        <p:nvSpPr>
          <p:cNvPr id="13" name="Текст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1112548" y="4368089"/>
            <a:ext cx="2121478" cy="1455473"/>
          </a:xfrm>
          <a:prstGeom prst="rect">
            <a:avLst/>
          </a:prstGeom>
        </p:spPr>
        <p:txBody>
          <a:bodyPr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altLang="zh-CN" sz="115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上报、匹配、通知、验证、聊天对学生和公众永久免费。采用率本身就是机构愿意付费的那项资产。</a:t>
            </a:r>
          </a:p>
        </p:txBody>
      </p:sp>
      <p:sp>
        <p:nvSpPr>
          <p:cNvPr id="27" name="Freeform 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EditPoints="1"/>
          </p:cNvSpPr>
          <p:nvPr/>
        </p:nvSpPr>
        <p:spPr bwMode="auto">
          <a:xfrm>
            <a:off x="1208827" y="2275398"/>
            <a:ext cx="1562082" cy="1566663"/>
          </a:xfrm>
          <a:custGeom>
            <a:avLst/>
            <a:gdLst>
              <a:gd name="T0" fmla="*/ 4053 w 8184"/>
              <a:gd name="T1" fmla="*/ 5633 h 8210"/>
              <a:gd name="T2" fmla="*/ 4104 w 8184"/>
              <a:gd name="T3" fmla="*/ 5723 h 8210"/>
              <a:gd name="T4" fmla="*/ 4129 w 8184"/>
              <a:gd name="T5" fmla="*/ 5820 h 8210"/>
              <a:gd name="T6" fmla="*/ 4132 w 8184"/>
              <a:gd name="T7" fmla="*/ 5919 h 8210"/>
              <a:gd name="T8" fmla="*/ 4110 w 8184"/>
              <a:gd name="T9" fmla="*/ 6017 h 8210"/>
              <a:gd name="T10" fmla="*/ 4065 w 8184"/>
              <a:gd name="T11" fmla="*/ 6109 h 8210"/>
              <a:gd name="T12" fmla="*/ 2814 w 8184"/>
              <a:gd name="T13" fmla="*/ 7376 h 8210"/>
              <a:gd name="T14" fmla="*/ 6124 w 8184"/>
              <a:gd name="T15" fmla="*/ 4053 h 8210"/>
              <a:gd name="T16" fmla="*/ 6036 w 8184"/>
              <a:gd name="T17" fmla="*/ 4108 h 8210"/>
              <a:gd name="T18" fmla="*/ 5940 w 8184"/>
              <a:gd name="T19" fmla="*/ 4139 h 8210"/>
              <a:gd name="T20" fmla="*/ 5841 w 8184"/>
              <a:gd name="T21" fmla="*/ 4146 h 8210"/>
              <a:gd name="T22" fmla="*/ 5743 w 8184"/>
              <a:gd name="T23" fmla="*/ 4130 h 8210"/>
              <a:gd name="T24" fmla="*/ 5650 w 8184"/>
              <a:gd name="T25" fmla="*/ 4089 h 8210"/>
              <a:gd name="T26" fmla="*/ 5567 w 8184"/>
              <a:gd name="T27" fmla="*/ 4024 h 8210"/>
              <a:gd name="T28" fmla="*/ 2144 w 8184"/>
              <a:gd name="T29" fmla="*/ 7911 h 8210"/>
              <a:gd name="T30" fmla="*/ 2038 w 8184"/>
              <a:gd name="T31" fmla="*/ 7742 h 8210"/>
              <a:gd name="T32" fmla="*/ 1983 w 8184"/>
              <a:gd name="T33" fmla="*/ 7589 h 8210"/>
              <a:gd name="T34" fmla="*/ 1960 w 8184"/>
              <a:gd name="T35" fmla="*/ 7441 h 8210"/>
              <a:gd name="T36" fmla="*/ 1965 w 8184"/>
              <a:gd name="T37" fmla="*/ 7292 h 8210"/>
              <a:gd name="T38" fmla="*/ 1996 w 8184"/>
              <a:gd name="T39" fmla="*/ 7148 h 8210"/>
              <a:gd name="T40" fmla="*/ 2054 w 8184"/>
              <a:gd name="T41" fmla="*/ 7010 h 8210"/>
              <a:gd name="T42" fmla="*/ 2137 w 8184"/>
              <a:gd name="T43" fmla="*/ 6884 h 8210"/>
              <a:gd name="T44" fmla="*/ 122 w 8184"/>
              <a:gd name="T45" fmla="*/ 2861 h 8210"/>
              <a:gd name="T46" fmla="*/ 58 w 8184"/>
              <a:gd name="T47" fmla="*/ 2778 h 8210"/>
              <a:gd name="T48" fmla="*/ 18 w 8184"/>
              <a:gd name="T49" fmla="*/ 2685 h 8210"/>
              <a:gd name="T50" fmla="*/ 2 w 8184"/>
              <a:gd name="T51" fmla="*/ 2587 h 8210"/>
              <a:gd name="T52" fmla="*/ 8 w 8184"/>
              <a:gd name="T53" fmla="*/ 2486 h 8210"/>
              <a:gd name="T54" fmla="*/ 39 w 8184"/>
              <a:gd name="T55" fmla="*/ 2390 h 8210"/>
              <a:gd name="T56" fmla="*/ 94 w 8184"/>
              <a:gd name="T57" fmla="*/ 2303 h 8210"/>
              <a:gd name="T58" fmla="*/ 2296 w 8184"/>
              <a:gd name="T59" fmla="*/ 93 h 8210"/>
              <a:gd name="T60" fmla="*/ 2384 w 8184"/>
              <a:gd name="T61" fmla="*/ 39 h 8210"/>
              <a:gd name="T62" fmla="*/ 2480 w 8184"/>
              <a:gd name="T63" fmla="*/ 7 h 8210"/>
              <a:gd name="T64" fmla="*/ 2579 w 8184"/>
              <a:gd name="T65" fmla="*/ 0 h 8210"/>
              <a:gd name="T66" fmla="*/ 2677 w 8184"/>
              <a:gd name="T67" fmla="*/ 17 h 8210"/>
              <a:gd name="T68" fmla="*/ 2770 w 8184"/>
              <a:gd name="T69" fmla="*/ 57 h 8210"/>
              <a:gd name="T70" fmla="*/ 2853 w 8184"/>
              <a:gd name="T71" fmla="*/ 121 h 8210"/>
              <a:gd name="T72" fmla="*/ 6862 w 8184"/>
              <a:gd name="T73" fmla="*/ 2143 h 8210"/>
              <a:gd name="T74" fmla="*/ 6988 w 8184"/>
              <a:gd name="T75" fmla="*/ 2059 h 8210"/>
              <a:gd name="T76" fmla="*/ 7125 w 8184"/>
              <a:gd name="T77" fmla="*/ 2002 h 8210"/>
              <a:gd name="T78" fmla="*/ 7269 w 8184"/>
              <a:gd name="T79" fmla="*/ 1971 h 8210"/>
              <a:gd name="T80" fmla="*/ 7417 w 8184"/>
              <a:gd name="T81" fmla="*/ 1966 h 8210"/>
              <a:gd name="T82" fmla="*/ 7565 w 8184"/>
              <a:gd name="T83" fmla="*/ 1989 h 8210"/>
              <a:gd name="T84" fmla="*/ 7718 w 8184"/>
              <a:gd name="T85" fmla="*/ 2043 h 8210"/>
              <a:gd name="T86" fmla="*/ 7886 w 8184"/>
              <a:gd name="T87" fmla="*/ 2150 h 8210"/>
              <a:gd name="T88" fmla="*/ 8025 w 8184"/>
              <a:gd name="T89" fmla="*/ 2296 h 8210"/>
              <a:gd name="T90" fmla="*/ 8122 w 8184"/>
              <a:gd name="T91" fmla="*/ 2469 h 8210"/>
              <a:gd name="T92" fmla="*/ 8175 w 8184"/>
              <a:gd name="T93" fmla="*/ 2661 h 8210"/>
              <a:gd name="T94" fmla="*/ 8183 w 8184"/>
              <a:gd name="T95" fmla="*/ 7433 h 8210"/>
              <a:gd name="T96" fmla="*/ 8149 w 8184"/>
              <a:gd name="T97" fmla="*/ 7630 h 8210"/>
              <a:gd name="T98" fmla="*/ 8069 w 8184"/>
              <a:gd name="T99" fmla="*/ 7812 h 8210"/>
              <a:gd name="T100" fmla="*/ 7945 w 8184"/>
              <a:gd name="T101" fmla="*/ 7971 h 8210"/>
              <a:gd name="T102" fmla="*/ 7788 w 8184"/>
              <a:gd name="T103" fmla="*/ 8093 h 8210"/>
              <a:gd name="T104" fmla="*/ 7606 w 8184"/>
              <a:gd name="T105" fmla="*/ 8175 h 8210"/>
              <a:gd name="T106" fmla="*/ 7410 w 8184"/>
              <a:gd name="T107" fmla="*/ 8209 h 8210"/>
              <a:gd name="T108" fmla="*/ 2654 w 8184"/>
              <a:gd name="T109" fmla="*/ 8201 h 8210"/>
              <a:gd name="T110" fmla="*/ 2462 w 8184"/>
              <a:gd name="T111" fmla="*/ 8148 h 8210"/>
              <a:gd name="T112" fmla="*/ 2290 w 8184"/>
              <a:gd name="T113" fmla="*/ 8050 h 8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184" h="8210">
                <a:moveTo>
                  <a:pt x="1004" y="2566"/>
                </a:moveTo>
                <a:lnTo>
                  <a:pt x="4012" y="5585"/>
                </a:lnTo>
                <a:lnTo>
                  <a:pt x="4027" y="5600"/>
                </a:lnTo>
                <a:lnTo>
                  <a:pt x="4041" y="5616"/>
                </a:lnTo>
                <a:lnTo>
                  <a:pt x="4053" y="5633"/>
                </a:lnTo>
                <a:lnTo>
                  <a:pt x="4065" y="5650"/>
                </a:lnTo>
                <a:lnTo>
                  <a:pt x="4076" y="5668"/>
                </a:lnTo>
                <a:lnTo>
                  <a:pt x="4086" y="5685"/>
                </a:lnTo>
                <a:lnTo>
                  <a:pt x="4095" y="5704"/>
                </a:lnTo>
                <a:lnTo>
                  <a:pt x="4104" y="5723"/>
                </a:lnTo>
                <a:lnTo>
                  <a:pt x="4110" y="5741"/>
                </a:lnTo>
                <a:lnTo>
                  <a:pt x="4117" y="5760"/>
                </a:lnTo>
                <a:lnTo>
                  <a:pt x="4122" y="5780"/>
                </a:lnTo>
                <a:lnTo>
                  <a:pt x="4126" y="5800"/>
                </a:lnTo>
                <a:lnTo>
                  <a:pt x="4129" y="5820"/>
                </a:lnTo>
                <a:lnTo>
                  <a:pt x="4132" y="5840"/>
                </a:lnTo>
                <a:lnTo>
                  <a:pt x="4133" y="5859"/>
                </a:lnTo>
                <a:lnTo>
                  <a:pt x="4133" y="5879"/>
                </a:lnTo>
                <a:lnTo>
                  <a:pt x="4133" y="5899"/>
                </a:lnTo>
                <a:lnTo>
                  <a:pt x="4132" y="5919"/>
                </a:lnTo>
                <a:lnTo>
                  <a:pt x="4129" y="5939"/>
                </a:lnTo>
                <a:lnTo>
                  <a:pt x="4126" y="5959"/>
                </a:lnTo>
                <a:lnTo>
                  <a:pt x="4122" y="5979"/>
                </a:lnTo>
                <a:lnTo>
                  <a:pt x="4117" y="5998"/>
                </a:lnTo>
                <a:lnTo>
                  <a:pt x="4110" y="6017"/>
                </a:lnTo>
                <a:lnTo>
                  <a:pt x="4104" y="6036"/>
                </a:lnTo>
                <a:lnTo>
                  <a:pt x="4095" y="6055"/>
                </a:lnTo>
                <a:lnTo>
                  <a:pt x="4086" y="6073"/>
                </a:lnTo>
                <a:lnTo>
                  <a:pt x="4076" y="6091"/>
                </a:lnTo>
                <a:lnTo>
                  <a:pt x="4065" y="6109"/>
                </a:lnTo>
                <a:lnTo>
                  <a:pt x="4053" y="6125"/>
                </a:lnTo>
                <a:lnTo>
                  <a:pt x="4041" y="6143"/>
                </a:lnTo>
                <a:lnTo>
                  <a:pt x="4027" y="6158"/>
                </a:lnTo>
                <a:lnTo>
                  <a:pt x="4012" y="6174"/>
                </a:lnTo>
                <a:lnTo>
                  <a:pt x="2814" y="7376"/>
                </a:lnTo>
                <a:lnTo>
                  <a:pt x="7353" y="7376"/>
                </a:lnTo>
                <a:lnTo>
                  <a:pt x="7353" y="2823"/>
                </a:lnTo>
                <a:lnTo>
                  <a:pt x="6155" y="4024"/>
                </a:lnTo>
                <a:lnTo>
                  <a:pt x="6139" y="4039"/>
                </a:lnTo>
                <a:lnTo>
                  <a:pt x="6124" y="4053"/>
                </a:lnTo>
                <a:lnTo>
                  <a:pt x="6107" y="4066"/>
                </a:lnTo>
                <a:lnTo>
                  <a:pt x="6089" y="4078"/>
                </a:lnTo>
                <a:lnTo>
                  <a:pt x="6072" y="4089"/>
                </a:lnTo>
                <a:lnTo>
                  <a:pt x="6054" y="4099"/>
                </a:lnTo>
                <a:lnTo>
                  <a:pt x="6036" y="4108"/>
                </a:lnTo>
                <a:lnTo>
                  <a:pt x="6018" y="4116"/>
                </a:lnTo>
                <a:lnTo>
                  <a:pt x="5998" y="4123"/>
                </a:lnTo>
                <a:lnTo>
                  <a:pt x="5980" y="4130"/>
                </a:lnTo>
                <a:lnTo>
                  <a:pt x="5960" y="4134"/>
                </a:lnTo>
                <a:lnTo>
                  <a:pt x="5940" y="4139"/>
                </a:lnTo>
                <a:lnTo>
                  <a:pt x="5921" y="4142"/>
                </a:lnTo>
                <a:lnTo>
                  <a:pt x="5900" y="4144"/>
                </a:lnTo>
                <a:lnTo>
                  <a:pt x="5881" y="4146"/>
                </a:lnTo>
                <a:lnTo>
                  <a:pt x="5861" y="4146"/>
                </a:lnTo>
                <a:lnTo>
                  <a:pt x="5841" y="4146"/>
                </a:lnTo>
                <a:lnTo>
                  <a:pt x="5821" y="4144"/>
                </a:lnTo>
                <a:lnTo>
                  <a:pt x="5801" y="4142"/>
                </a:lnTo>
                <a:lnTo>
                  <a:pt x="5782" y="4139"/>
                </a:lnTo>
                <a:lnTo>
                  <a:pt x="5762" y="4134"/>
                </a:lnTo>
                <a:lnTo>
                  <a:pt x="5743" y="4130"/>
                </a:lnTo>
                <a:lnTo>
                  <a:pt x="5723" y="4123"/>
                </a:lnTo>
                <a:lnTo>
                  <a:pt x="5705" y="4116"/>
                </a:lnTo>
                <a:lnTo>
                  <a:pt x="5686" y="4108"/>
                </a:lnTo>
                <a:lnTo>
                  <a:pt x="5667" y="4099"/>
                </a:lnTo>
                <a:lnTo>
                  <a:pt x="5650" y="4089"/>
                </a:lnTo>
                <a:lnTo>
                  <a:pt x="5632" y="4078"/>
                </a:lnTo>
                <a:lnTo>
                  <a:pt x="5616" y="4066"/>
                </a:lnTo>
                <a:lnTo>
                  <a:pt x="5599" y="4053"/>
                </a:lnTo>
                <a:lnTo>
                  <a:pt x="5583" y="4039"/>
                </a:lnTo>
                <a:lnTo>
                  <a:pt x="5567" y="4024"/>
                </a:lnTo>
                <a:lnTo>
                  <a:pt x="2559" y="1006"/>
                </a:lnTo>
                <a:lnTo>
                  <a:pt x="1004" y="2566"/>
                </a:lnTo>
                <a:close/>
                <a:moveTo>
                  <a:pt x="2198" y="7971"/>
                </a:moveTo>
                <a:lnTo>
                  <a:pt x="2170" y="7941"/>
                </a:lnTo>
                <a:lnTo>
                  <a:pt x="2144" y="7911"/>
                </a:lnTo>
                <a:lnTo>
                  <a:pt x="2119" y="7879"/>
                </a:lnTo>
                <a:lnTo>
                  <a:pt x="2096" y="7846"/>
                </a:lnTo>
                <a:lnTo>
                  <a:pt x="2075" y="7813"/>
                </a:lnTo>
                <a:lnTo>
                  <a:pt x="2055" y="7778"/>
                </a:lnTo>
                <a:lnTo>
                  <a:pt x="2038" y="7742"/>
                </a:lnTo>
                <a:lnTo>
                  <a:pt x="2021" y="7706"/>
                </a:lnTo>
                <a:lnTo>
                  <a:pt x="2010" y="7677"/>
                </a:lnTo>
                <a:lnTo>
                  <a:pt x="2000" y="7647"/>
                </a:lnTo>
                <a:lnTo>
                  <a:pt x="1991" y="7619"/>
                </a:lnTo>
                <a:lnTo>
                  <a:pt x="1983" y="7589"/>
                </a:lnTo>
                <a:lnTo>
                  <a:pt x="1976" y="7559"/>
                </a:lnTo>
                <a:lnTo>
                  <a:pt x="1971" y="7531"/>
                </a:lnTo>
                <a:lnTo>
                  <a:pt x="1966" y="7501"/>
                </a:lnTo>
                <a:lnTo>
                  <a:pt x="1963" y="7471"/>
                </a:lnTo>
                <a:lnTo>
                  <a:pt x="1960" y="7441"/>
                </a:lnTo>
                <a:lnTo>
                  <a:pt x="1959" y="7411"/>
                </a:lnTo>
                <a:lnTo>
                  <a:pt x="1959" y="7382"/>
                </a:lnTo>
                <a:lnTo>
                  <a:pt x="1960" y="7352"/>
                </a:lnTo>
                <a:lnTo>
                  <a:pt x="1962" y="7322"/>
                </a:lnTo>
                <a:lnTo>
                  <a:pt x="1965" y="7292"/>
                </a:lnTo>
                <a:lnTo>
                  <a:pt x="1970" y="7262"/>
                </a:lnTo>
                <a:lnTo>
                  <a:pt x="1974" y="7234"/>
                </a:lnTo>
                <a:lnTo>
                  <a:pt x="1981" y="7205"/>
                </a:lnTo>
                <a:lnTo>
                  <a:pt x="1988" y="7176"/>
                </a:lnTo>
                <a:lnTo>
                  <a:pt x="1996" y="7148"/>
                </a:lnTo>
                <a:lnTo>
                  <a:pt x="2006" y="7119"/>
                </a:lnTo>
                <a:lnTo>
                  <a:pt x="2016" y="7092"/>
                </a:lnTo>
                <a:lnTo>
                  <a:pt x="2028" y="7064"/>
                </a:lnTo>
                <a:lnTo>
                  <a:pt x="2040" y="7037"/>
                </a:lnTo>
                <a:lnTo>
                  <a:pt x="2054" y="7010"/>
                </a:lnTo>
                <a:lnTo>
                  <a:pt x="2069" y="6985"/>
                </a:lnTo>
                <a:lnTo>
                  <a:pt x="2084" y="6958"/>
                </a:lnTo>
                <a:lnTo>
                  <a:pt x="2100" y="6933"/>
                </a:lnTo>
                <a:lnTo>
                  <a:pt x="2118" y="6908"/>
                </a:lnTo>
                <a:lnTo>
                  <a:pt x="2137" y="6884"/>
                </a:lnTo>
                <a:lnTo>
                  <a:pt x="2155" y="6861"/>
                </a:lnTo>
                <a:lnTo>
                  <a:pt x="2176" y="6838"/>
                </a:lnTo>
                <a:lnTo>
                  <a:pt x="2198" y="6815"/>
                </a:lnTo>
                <a:lnTo>
                  <a:pt x="3131" y="5879"/>
                </a:lnTo>
                <a:lnTo>
                  <a:pt x="122" y="2861"/>
                </a:lnTo>
                <a:lnTo>
                  <a:pt x="107" y="2845"/>
                </a:lnTo>
                <a:lnTo>
                  <a:pt x="94" y="2829"/>
                </a:lnTo>
                <a:lnTo>
                  <a:pt x="81" y="2813"/>
                </a:lnTo>
                <a:lnTo>
                  <a:pt x="69" y="2795"/>
                </a:lnTo>
                <a:lnTo>
                  <a:pt x="58" y="2778"/>
                </a:lnTo>
                <a:lnTo>
                  <a:pt x="48" y="2760"/>
                </a:lnTo>
                <a:lnTo>
                  <a:pt x="39" y="2742"/>
                </a:lnTo>
                <a:lnTo>
                  <a:pt x="31" y="2724"/>
                </a:lnTo>
                <a:lnTo>
                  <a:pt x="24" y="2704"/>
                </a:lnTo>
                <a:lnTo>
                  <a:pt x="18" y="2685"/>
                </a:lnTo>
                <a:lnTo>
                  <a:pt x="13" y="2665"/>
                </a:lnTo>
                <a:lnTo>
                  <a:pt x="8" y="2646"/>
                </a:lnTo>
                <a:lnTo>
                  <a:pt x="5" y="2626"/>
                </a:lnTo>
                <a:lnTo>
                  <a:pt x="3" y="2607"/>
                </a:lnTo>
                <a:lnTo>
                  <a:pt x="2" y="2587"/>
                </a:lnTo>
                <a:lnTo>
                  <a:pt x="0" y="2566"/>
                </a:lnTo>
                <a:lnTo>
                  <a:pt x="2" y="2546"/>
                </a:lnTo>
                <a:lnTo>
                  <a:pt x="3" y="2526"/>
                </a:lnTo>
                <a:lnTo>
                  <a:pt x="5" y="2506"/>
                </a:lnTo>
                <a:lnTo>
                  <a:pt x="8" y="2486"/>
                </a:lnTo>
                <a:lnTo>
                  <a:pt x="13" y="2467"/>
                </a:lnTo>
                <a:lnTo>
                  <a:pt x="18" y="2448"/>
                </a:lnTo>
                <a:lnTo>
                  <a:pt x="24" y="2428"/>
                </a:lnTo>
                <a:lnTo>
                  <a:pt x="31" y="2409"/>
                </a:lnTo>
                <a:lnTo>
                  <a:pt x="39" y="2390"/>
                </a:lnTo>
                <a:lnTo>
                  <a:pt x="48" y="2373"/>
                </a:lnTo>
                <a:lnTo>
                  <a:pt x="58" y="2354"/>
                </a:lnTo>
                <a:lnTo>
                  <a:pt x="69" y="2336"/>
                </a:lnTo>
                <a:lnTo>
                  <a:pt x="81" y="2320"/>
                </a:lnTo>
                <a:lnTo>
                  <a:pt x="94" y="2303"/>
                </a:lnTo>
                <a:lnTo>
                  <a:pt x="107" y="2287"/>
                </a:lnTo>
                <a:lnTo>
                  <a:pt x="122" y="2271"/>
                </a:lnTo>
                <a:lnTo>
                  <a:pt x="2265" y="121"/>
                </a:lnTo>
                <a:lnTo>
                  <a:pt x="2281" y="107"/>
                </a:lnTo>
                <a:lnTo>
                  <a:pt x="2296" y="93"/>
                </a:lnTo>
                <a:lnTo>
                  <a:pt x="2313" y="81"/>
                </a:lnTo>
                <a:lnTo>
                  <a:pt x="2330" y="69"/>
                </a:lnTo>
                <a:lnTo>
                  <a:pt x="2348" y="57"/>
                </a:lnTo>
                <a:lnTo>
                  <a:pt x="2365" y="48"/>
                </a:lnTo>
                <a:lnTo>
                  <a:pt x="2384" y="39"/>
                </a:lnTo>
                <a:lnTo>
                  <a:pt x="2403" y="30"/>
                </a:lnTo>
                <a:lnTo>
                  <a:pt x="2422" y="23"/>
                </a:lnTo>
                <a:lnTo>
                  <a:pt x="2440" y="17"/>
                </a:lnTo>
                <a:lnTo>
                  <a:pt x="2460" y="11"/>
                </a:lnTo>
                <a:lnTo>
                  <a:pt x="2480" y="7"/>
                </a:lnTo>
                <a:lnTo>
                  <a:pt x="2500" y="3"/>
                </a:lnTo>
                <a:lnTo>
                  <a:pt x="2519" y="1"/>
                </a:lnTo>
                <a:lnTo>
                  <a:pt x="2539" y="0"/>
                </a:lnTo>
                <a:lnTo>
                  <a:pt x="2559" y="0"/>
                </a:lnTo>
                <a:lnTo>
                  <a:pt x="2579" y="0"/>
                </a:lnTo>
                <a:lnTo>
                  <a:pt x="2599" y="1"/>
                </a:lnTo>
                <a:lnTo>
                  <a:pt x="2618" y="3"/>
                </a:lnTo>
                <a:lnTo>
                  <a:pt x="2638" y="7"/>
                </a:lnTo>
                <a:lnTo>
                  <a:pt x="2658" y="11"/>
                </a:lnTo>
                <a:lnTo>
                  <a:pt x="2677" y="17"/>
                </a:lnTo>
                <a:lnTo>
                  <a:pt x="2696" y="23"/>
                </a:lnTo>
                <a:lnTo>
                  <a:pt x="2715" y="30"/>
                </a:lnTo>
                <a:lnTo>
                  <a:pt x="2734" y="39"/>
                </a:lnTo>
                <a:lnTo>
                  <a:pt x="2752" y="48"/>
                </a:lnTo>
                <a:lnTo>
                  <a:pt x="2770" y="57"/>
                </a:lnTo>
                <a:lnTo>
                  <a:pt x="2788" y="69"/>
                </a:lnTo>
                <a:lnTo>
                  <a:pt x="2804" y="81"/>
                </a:lnTo>
                <a:lnTo>
                  <a:pt x="2821" y="93"/>
                </a:lnTo>
                <a:lnTo>
                  <a:pt x="2837" y="107"/>
                </a:lnTo>
                <a:lnTo>
                  <a:pt x="2853" y="121"/>
                </a:lnTo>
                <a:lnTo>
                  <a:pt x="5861" y="3140"/>
                </a:lnTo>
                <a:lnTo>
                  <a:pt x="6794" y="2204"/>
                </a:lnTo>
                <a:lnTo>
                  <a:pt x="6816" y="2183"/>
                </a:lnTo>
                <a:lnTo>
                  <a:pt x="6839" y="2162"/>
                </a:lnTo>
                <a:lnTo>
                  <a:pt x="6862" y="2143"/>
                </a:lnTo>
                <a:lnTo>
                  <a:pt x="6887" y="2125"/>
                </a:lnTo>
                <a:lnTo>
                  <a:pt x="6911" y="2107"/>
                </a:lnTo>
                <a:lnTo>
                  <a:pt x="6936" y="2090"/>
                </a:lnTo>
                <a:lnTo>
                  <a:pt x="6962" y="2075"/>
                </a:lnTo>
                <a:lnTo>
                  <a:pt x="6988" y="2059"/>
                </a:lnTo>
                <a:lnTo>
                  <a:pt x="7015" y="2046"/>
                </a:lnTo>
                <a:lnTo>
                  <a:pt x="7042" y="2034"/>
                </a:lnTo>
                <a:lnTo>
                  <a:pt x="7069" y="2022"/>
                </a:lnTo>
                <a:lnTo>
                  <a:pt x="7097" y="2012"/>
                </a:lnTo>
                <a:lnTo>
                  <a:pt x="7125" y="2002"/>
                </a:lnTo>
                <a:lnTo>
                  <a:pt x="7153" y="1994"/>
                </a:lnTo>
                <a:lnTo>
                  <a:pt x="7182" y="1987"/>
                </a:lnTo>
                <a:lnTo>
                  <a:pt x="7211" y="1980"/>
                </a:lnTo>
                <a:lnTo>
                  <a:pt x="7240" y="1975"/>
                </a:lnTo>
                <a:lnTo>
                  <a:pt x="7269" y="1971"/>
                </a:lnTo>
                <a:lnTo>
                  <a:pt x="7299" y="1968"/>
                </a:lnTo>
                <a:lnTo>
                  <a:pt x="7327" y="1966"/>
                </a:lnTo>
                <a:lnTo>
                  <a:pt x="7357" y="1965"/>
                </a:lnTo>
                <a:lnTo>
                  <a:pt x="7387" y="1965"/>
                </a:lnTo>
                <a:lnTo>
                  <a:pt x="7417" y="1966"/>
                </a:lnTo>
                <a:lnTo>
                  <a:pt x="7446" y="1968"/>
                </a:lnTo>
                <a:lnTo>
                  <a:pt x="7476" y="1971"/>
                </a:lnTo>
                <a:lnTo>
                  <a:pt x="7506" y="1977"/>
                </a:lnTo>
                <a:lnTo>
                  <a:pt x="7535" y="1982"/>
                </a:lnTo>
                <a:lnTo>
                  <a:pt x="7565" y="1989"/>
                </a:lnTo>
                <a:lnTo>
                  <a:pt x="7595" y="1997"/>
                </a:lnTo>
                <a:lnTo>
                  <a:pt x="7623" y="2005"/>
                </a:lnTo>
                <a:lnTo>
                  <a:pt x="7653" y="2015"/>
                </a:lnTo>
                <a:lnTo>
                  <a:pt x="7682" y="2028"/>
                </a:lnTo>
                <a:lnTo>
                  <a:pt x="7718" y="2043"/>
                </a:lnTo>
                <a:lnTo>
                  <a:pt x="7754" y="2062"/>
                </a:lnTo>
                <a:lnTo>
                  <a:pt x="7788" y="2082"/>
                </a:lnTo>
                <a:lnTo>
                  <a:pt x="7822" y="2103"/>
                </a:lnTo>
                <a:lnTo>
                  <a:pt x="7854" y="2126"/>
                </a:lnTo>
                <a:lnTo>
                  <a:pt x="7886" y="2150"/>
                </a:lnTo>
                <a:lnTo>
                  <a:pt x="7916" y="2176"/>
                </a:lnTo>
                <a:lnTo>
                  <a:pt x="7945" y="2204"/>
                </a:lnTo>
                <a:lnTo>
                  <a:pt x="7973" y="2234"/>
                </a:lnTo>
                <a:lnTo>
                  <a:pt x="7999" y="2265"/>
                </a:lnTo>
                <a:lnTo>
                  <a:pt x="8025" y="2296"/>
                </a:lnTo>
                <a:lnTo>
                  <a:pt x="8048" y="2329"/>
                </a:lnTo>
                <a:lnTo>
                  <a:pt x="8069" y="2363"/>
                </a:lnTo>
                <a:lnTo>
                  <a:pt x="8088" y="2397"/>
                </a:lnTo>
                <a:lnTo>
                  <a:pt x="8106" y="2432"/>
                </a:lnTo>
                <a:lnTo>
                  <a:pt x="8122" y="2469"/>
                </a:lnTo>
                <a:lnTo>
                  <a:pt x="8137" y="2506"/>
                </a:lnTo>
                <a:lnTo>
                  <a:pt x="8149" y="2544"/>
                </a:lnTo>
                <a:lnTo>
                  <a:pt x="8160" y="2582"/>
                </a:lnTo>
                <a:lnTo>
                  <a:pt x="8169" y="2621"/>
                </a:lnTo>
                <a:lnTo>
                  <a:pt x="8175" y="2661"/>
                </a:lnTo>
                <a:lnTo>
                  <a:pt x="8180" y="2700"/>
                </a:lnTo>
                <a:lnTo>
                  <a:pt x="8183" y="2741"/>
                </a:lnTo>
                <a:lnTo>
                  <a:pt x="8184" y="2782"/>
                </a:lnTo>
                <a:lnTo>
                  <a:pt x="8184" y="7393"/>
                </a:lnTo>
                <a:lnTo>
                  <a:pt x="8183" y="7433"/>
                </a:lnTo>
                <a:lnTo>
                  <a:pt x="8180" y="7473"/>
                </a:lnTo>
                <a:lnTo>
                  <a:pt x="8175" y="7513"/>
                </a:lnTo>
                <a:lnTo>
                  <a:pt x="8169" y="7553"/>
                </a:lnTo>
                <a:lnTo>
                  <a:pt x="8160" y="7591"/>
                </a:lnTo>
                <a:lnTo>
                  <a:pt x="8149" y="7630"/>
                </a:lnTo>
                <a:lnTo>
                  <a:pt x="8137" y="7667"/>
                </a:lnTo>
                <a:lnTo>
                  <a:pt x="8122" y="7705"/>
                </a:lnTo>
                <a:lnTo>
                  <a:pt x="8106" y="7741"/>
                </a:lnTo>
                <a:lnTo>
                  <a:pt x="8088" y="7778"/>
                </a:lnTo>
                <a:lnTo>
                  <a:pt x="8069" y="7812"/>
                </a:lnTo>
                <a:lnTo>
                  <a:pt x="8047" y="7846"/>
                </a:lnTo>
                <a:lnTo>
                  <a:pt x="8023" y="7879"/>
                </a:lnTo>
                <a:lnTo>
                  <a:pt x="7999" y="7911"/>
                </a:lnTo>
                <a:lnTo>
                  <a:pt x="7973" y="7941"/>
                </a:lnTo>
                <a:lnTo>
                  <a:pt x="7945" y="7971"/>
                </a:lnTo>
                <a:lnTo>
                  <a:pt x="7917" y="7998"/>
                </a:lnTo>
                <a:lnTo>
                  <a:pt x="7886" y="8025"/>
                </a:lnTo>
                <a:lnTo>
                  <a:pt x="7854" y="8049"/>
                </a:lnTo>
                <a:lnTo>
                  <a:pt x="7822" y="8072"/>
                </a:lnTo>
                <a:lnTo>
                  <a:pt x="7788" y="8093"/>
                </a:lnTo>
                <a:lnTo>
                  <a:pt x="7753" y="8113"/>
                </a:lnTo>
                <a:lnTo>
                  <a:pt x="7718" y="8131"/>
                </a:lnTo>
                <a:lnTo>
                  <a:pt x="7682" y="8147"/>
                </a:lnTo>
                <a:lnTo>
                  <a:pt x="7644" y="8161"/>
                </a:lnTo>
                <a:lnTo>
                  <a:pt x="7606" y="8175"/>
                </a:lnTo>
                <a:lnTo>
                  <a:pt x="7567" y="8185"/>
                </a:lnTo>
                <a:lnTo>
                  <a:pt x="7529" y="8193"/>
                </a:lnTo>
                <a:lnTo>
                  <a:pt x="7489" y="8201"/>
                </a:lnTo>
                <a:lnTo>
                  <a:pt x="7450" y="8206"/>
                </a:lnTo>
                <a:lnTo>
                  <a:pt x="7410" y="8209"/>
                </a:lnTo>
                <a:lnTo>
                  <a:pt x="7369" y="8210"/>
                </a:lnTo>
                <a:lnTo>
                  <a:pt x="2773" y="8210"/>
                </a:lnTo>
                <a:lnTo>
                  <a:pt x="2733" y="8209"/>
                </a:lnTo>
                <a:lnTo>
                  <a:pt x="2693" y="8206"/>
                </a:lnTo>
                <a:lnTo>
                  <a:pt x="2654" y="8201"/>
                </a:lnTo>
                <a:lnTo>
                  <a:pt x="2614" y="8195"/>
                </a:lnTo>
                <a:lnTo>
                  <a:pt x="2574" y="8186"/>
                </a:lnTo>
                <a:lnTo>
                  <a:pt x="2537" y="8175"/>
                </a:lnTo>
                <a:lnTo>
                  <a:pt x="2498" y="8163"/>
                </a:lnTo>
                <a:lnTo>
                  <a:pt x="2462" y="8148"/>
                </a:lnTo>
                <a:lnTo>
                  <a:pt x="2426" y="8132"/>
                </a:lnTo>
                <a:lnTo>
                  <a:pt x="2391" y="8114"/>
                </a:lnTo>
                <a:lnTo>
                  <a:pt x="2356" y="8094"/>
                </a:lnTo>
                <a:lnTo>
                  <a:pt x="2323" y="8073"/>
                </a:lnTo>
                <a:lnTo>
                  <a:pt x="2290" y="8050"/>
                </a:lnTo>
                <a:lnTo>
                  <a:pt x="2258" y="8025"/>
                </a:lnTo>
                <a:lnTo>
                  <a:pt x="2227" y="7998"/>
                </a:lnTo>
                <a:lnTo>
                  <a:pt x="2198" y="79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28" name="Freeform 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10710074" y="404138"/>
            <a:ext cx="972458" cy="975633"/>
          </a:xfrm>
          <a:custGeom>
            <a:avLst/>
            <a:gdLst>
              <a:gd name="T0" fmla="*/ 7352 w 7352"/>
              <a:gd name="T1" fmla="*/ 2346 h 7377"/>
              <a:gd name="T2" fmla="*/ 7345 w 7352"/>
              <a:gd name="T3" fmla="*/ 2288 h 7377"/>
              <a:gd name="T4" fmla="*/ 7329 w 7352"/>
              <a:gd name="T5" fmla="*/ 2233 h 7377"/>
              <a:gd name="T6" fmla="*/ 7306 w 7352"/>
              <a:gd name="T7" fmla="*/ 2180 h 7377"/>
              <a:gd name="T8" fmla="*/ 7276 w 7352"/>
              <a:gd name="T9" fmla="*/ 2131 h 7377"/>
              <a:gd name="T10" fmla="*/ 7240 w 7352"/>
              <a:gd name="T11" fmla="*/ 2087 h 7377"/>
              <a:gd name="T12" fmla="*/ 7203 w 7352"/>
              <a:gd name="T13" fmla="*/ 2054 h 7377"/>
              <a:gd name="T14" fmla="*/ 7158 w 7352"/>
              <a:gd name="T15" fmla="*/ 2022 h 7377"/>
              <a:gd name="T16" fmla="*/ 7106 w 7352"/>
              <a:gd name="T17" fmla="*/ 1995 h 7377"/>
              <a:gd name="T18" fmla="*/ 7064 w 7352"/>
              <a:gd name="T19" fmla="*/ 1981 h 7377"/>
              <a:gd name="T20" fmla="*/ 6992 w 7352"/>
              <a:gd name="T21" fmla="*/ 1968 h 7377"/>
              <a:gd name="T22" fmla="*/ 6905 w 7352"/>
              <a:gd name="T23" fmla="*/ 1969 h 7377"/>
              <a:gd name="T24" fmla="*/ 6820 w 7352"/>
              <a:gd name="T25" fmla="*/ 1989 h 7377"/>
              <a:gd name="T26" fmla="*/ 6741 w 7352"/>
              <a:gd name="T27" fmla="*/ 2027 h 7377"/>
              <a:gd name="T28" fmla="*/ 6694 w 7352"/>
              <a:gd name="T29" fmla="*/ 2063 h 7377"/>
              <a:gd name="T30" fmla="*/ 5445 w 7352"/>
              <a:gd name="T31" fmla="*/ 3314 h 7377"/>
              <a:gd name="T32" fmla="*/ 3302 w 7352"/>
              <a:gd name="T33" fmla="*/ 5463 h 7377"/>
              <a:gd name="T34" fmla="*/ 2055 w 7352"/>
              <a:gd name="T35" fmla="*/ 6715 h 7377"/>
              <a:gd name="T36" fmla="*/ 2020 w 7352"/>
              <a:gd name="T37" fmla="*/ 6764 h 7377"/>
              <a:gd name="T38" fmla="*/ 1982 w 7352"/>
              <a:gd name="T39" fmla="*/ 6842 h 7377"/>
              <a:gd name="T40" fmla="*/ 1962 w 7352"/>
              <a:gd name="T41" fmla="*/ 6927 h 7377"/>
              <a:gd name="T42" fmla="*/ 1960 w 7352"/>
              <a:gd name="T43" fmla="*/ 7014 h 7377"/>
              <a:gd name="T44" fmla="*/ 1975 w 7352"/>
              <a:gd name="T45" fmla="*/ 7087 h 7377"/>
              <a:gd name="T46" fmla="*/ 1989 w 7352"/>
              <a:gd name="T47" fmla="*/ 7130 h 7377"/>
              <a:gd name="T48" fmla="*/ 2016 w 7352"/>
              <a:gd name="T49" fmla="*/ 7183 h 7377"/>
              <a:gd name="T50" fmla="*/ 2049 w 7352"/>
              <a:gd name="T51" fmla="*/ 7230 h 7377"/>
              <a:gd name="T52" fmla="*/ 2090 w 7352"/>
              <a:gd name="T53" fmla="*/ 7272 h 7377"/>
              <a:gd name="T54" fmla="*/ 2135 w 7352"/>
              <a:gd name="T55" fmla="*/ 7309 h 7377"/>
              <a:gd name="T56" fmla="*/ 2186 w 7352"/>
              <a:gd name="T57" fmla="*/ 7337 h 7377"/>
              <a:gd name="T58" fmla="*/ 2241 w 7352"/>
              <a:gd name="T59" fmla="*/ 7358 h 7377"/>
              <a:gd name="T60" fmla="*/ 2298 w 7352"/>
              <a:gd name="T61" fmla="*/ 7372 h 7377"/>
              <a:gd name="T62" fmla="*/ 2357 w 7352"/>
              <a:gd name="T63" fmla="*/ 7377 h 7377"/>
              <a:gd name="T64" fmla="*/ 6993 w 7352"/>
              <a:gd name="T65" fmla="*/ 7375 h 7377"/>
              <a:gd name="T66" fmla="*/ 7051 w 7352"/>
              <a:gd name="T67" fmla="*/ 7364 h 7377"/>
              <a:gd name="T68" fmla="*/ 7106 w 7352"/>
              <a:gd name="T69" fmla="*/ 7346 h 7377"/>
              <a:gd name="T70" fmla="*/ 7159 w 7352"/>
              <a:gd name="T71" fmla="*/ 7320 h 7377"/>
              <a:gd name="T72" fmla="*/ 7206 w 7352"/>
              <a:gd name="T73" fmla="*/ 7286 h 7377"/>
              <a:gd name="T74" fmla="*/ 7249 w 7352"/>
              <a:gd name="T75" fmla="*/ 7245 h 7377"/>
              <a:gd name="T76" fmla="*/ 7285 w 7352"/>
              <a:gd name="T77" fmla="*/ 7198 h 7377"/>
              <a:gd name="T78" fmla="*/ 7314 w 7352"/>
              <a:gd name="T79" fmla="*/ 7148 h 7377"/>
              <a:gd name="T80" fmla="*/ 7335 w 7352"/>
              <a:gd name="T81" fmla="*/ 7092 h 7377"/>
              <a:gd name="T82" fmla="*/ 7348 w 7352"/>
              <a:gd name="T83" fmla="*/ 7035 h 7377"/>
              <a:gd name="T84" fmla="*/ 7352 w 7352"/>
              <a:gd name="T85" fmla="*/ 6977 h 7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7352" h="7377">
                <a:moveTo>
                  <a:pt x="7352" y="6977"/>
                </a:moveTo>
                <a:lnTo>
                  <a:pt x="7352" y="2366"/>
                </a:lnTo>
                <a:lnTo>
                  <a:pt x="7352" y="2346"/>
                </a:lnTo>
                <a:lnTo>
                  <a:pt x="7350" y="2326"/>
                </a:lnTo>
                <a:lnTo>
                  <a:pt x="7348" y="2306"/>
                </a:lnTo>
                <a:lnTo>
                  <a:pt x="7345" y="2288"/>
                </a:lnTo>
                <a:lnTo>
                  <a:pt x="7340" y="2269"/>
                </a:lnTo>
                <a:lnTo>
                  <a:pt x="7336" y="2250"/>
                </a:lnTo>
                <a:lnTo>
                  <a:pt x="7329" y="2233"/>
                </a:lnTo>
                <a:lnTo>
                  <a:pt x="7323" y="2214"/>
                </a:lnTo>
                <a:lnTo>
                  <a:pt x="7315" y="2196"/>
                </a:lnTo>
                <a:lnTo>
                  <a:pt x="7306" y="2180"/>
                </a:lnTo>
                <a:lnTo>
                  <a:pt x="7297" y="2163"/>
                </a:lnTo>
                <a:lnTo>
                  <a:pt x="7287" y="2146"/>
                </a:lnTo>
                <a:lnTo>
                  <a:pt x="7276" y="2131"/>
                </a:lnTo>
                <a:lnTo>
                  <a:pt x="7265" y="2116"/>
                </a:lnTo>
                <a:lnTo>
                  <a:pt x="7253" y="2101"/>
                </a:lnTo>
                <a:lnTo>
                  <a:pt x="7240" y="2087"/>
                </a:lnTo>
                <a:lnTo>
                  <a:pt x="7231" y="2078"/>
                </a:lnTo>
                <a:lnTo>
                  <a:pt x="7217" y="2066"/>
                </a:lnTo>
                <a:lnTo>
                  <a:pt x="7203" y="2054"/>
                </a:lnTo>
                <a:lnTo>
                  <a:pt x="7189" y="2042"/>
                </a:lnTo>
                <a:lnTo>
                  <a:pt x="7173" y="2032"/>
                </a:lnTo>
                <a:lnTo>
                  <a:pt x="7158" y="2022"/>
                </a:lnTo>
                <a:lnTo>
                  <a:pt x="7141" y="2012"/>
                </a:lnTo>
                <a:lnTo>
                  <a:pt x="7124" y="2004"/>
                </a:lnTo>
                <a:lnTo>
                  <a:pt x="7106" y="1995"/>
                </a:lnTo>
                <a:lnTo>
                  <a:pt x="7092" y="1990"/>
                </a:lnTo>
                <a:lnTo>
                  <a:pt x="7077" y="1985"/>
                </a:lnTo>
                <a:lnTo>
                  <a:pt x="7064" y="1981"/>
                </a:lnTo>
                <a:lnTo>
                  <a:pt x="7049" y="1977"/>
                </a:lnTo>
                <a:lnTo>
                  <a:pt x="7020" y="1971"/>
                </a:lnTo>
                <a:lnTo>
                  <a:pt x="6992" y="1968"/>
                </a:lnTo>
                <a:lnTo>
                  <a:pt x="6962" y="1966"/>
                </a:lnTo>
                <a:lnTo>
                  <a:pt x="6933" y="1966"/>
                </a:lnTo>
                <a:lnTo>
                  <a:pt x="6905" y="1969"/>
                </a:lnTo>
                <a:lnTo>
                  <a:pt x="6876" y="1973"/>
                </a:lnTo>
                <a:lnTo>
                  <a:pt x="6848" y="1980"/>
                </a:lnTo>
                <a:lnTo>
                  <a:pt x="6820" y="1989"/>
                </a:lnTo>
                <a:lnTo>
                  <a:pt x="6793" y="2000"/>
                </a:lnTo>
                <a:lnTo>
                  <a:pt x="6766" y="2012"/>
                </a:lnTo>
                <a:lnTo>
                  <a:pt x="6741" y="2027"/>
                </a:lnTo>
                <a:lnTo>
                  <a:pt x="6717" y="2044"/>
                </a:lnTo>
                <a:lnTo>
                  <a:pt x="6705" y="2053"/>
                </a:lnTo>
                <a:lnTo>
                  <a:pt x="6694" y="2063"/>
                </a:lnTo>
                <a:lnTo>
                  <a:pt x="6683" y="2073"/>
                </a:lnTo>
                <a:lnTo>
                  <a:pt x="6672" y="2083"/>
                </a:lnTo>
                <a:lnTo>
                  <a:pt x="5445" y="3314"/>
                </a:lnTo>
                <a:lnTo>
                  <a:pt x="2143" y="0"/>
                </a:lnTo>
                <a:lnTo>
                  <a:pt x="0" y="2150"/>
                </a:lnTo>
                <a:lnTo>
                  <a:pt x="3302" y="5463"/>
                </a:lnTo>
                <a:lnTo>
                  <a:pt x="2076" y="6693"/>
                </a:lnTo>
                <a:lnTo>
                  <a:pt x="2065" y="6704"/>
                </a:lnTo>
                <a:lnTo>
                  <a:pt x="2055" y="6715"/>
                </a:lnTo>
                <a:lnTo>
                  <a:pt x="2046" y="6727"/>
                </a:lnTo>
                <a:lnTo>
                  <a:pt x="2036" y="6740"/>
                </a:lnTo>
                <a:lnTo>
                  <a:pt x="2020" y="6764"/>
                </a:lnTo>
                <a:lnTo>
                  <a:pt x="2005" y="6789"/>
                </a:lnTo>
                <a:lnTo>
                  <a:pt x="1992" y="6816"/>
                </a:lnTo>
                <a:lnTo>
                  <a:pt x="1982" y="6842"/>
                </a:lnTo>
                <a:lnTo>
                  <a:pt x="1974" y="6871"/>
                </a:lnTo>
                <a:lnTo>
                  <a:pt x="1967" y="6898"/>
                </a:lnTo>
                <a:lnTo>
                  <a:pt x="1962" y="6927"/>
                </a:lnTo>
                <a:lnTo>
                  <a:pt x="1959" y="6957"/>
                </a:lnTo>
                <a:lnTo>
                  <a:pt x="1959" y="6986"/>
                </a:lnTo>
                <a:lnTo>
                  <a:pt x="1960" y="7014"/>
                </a:lnTo>
                <a:lnTo>
                  <a:pt x="1965" y="7044"/>
                </a:lnTo>
                <a:lnTo>
                  <a:pt x="1970" y="7073"/>
                </a:lnTo>
                <a:lnTo>
                  <a:pt x="1975" y="7087"/>
                </a:lnTo>
                <a:lnTo>
                  <a:pt x="1979" y="7101"/>
                </a:lnTo>
                <a:lnTo>
                  <a:pt x="1983" y="7116"/>
                </a:lnTo>
                <a:lnTo>
                  <a:pt x="1989" y="7130"/>
                </a:lnTo>
                <a:lnTo>
                  <a:pt x="1998" y="7148"/>
                </a:lnTo>
                <a:lnTo>
                  <a:pt x="2007" y="7165"/>
                </a:lnTo>
                <a:lnTo>
                  <a:pt x="2016" y="7183"/>
                </a:lnTo>
                <a:lnTo>
                  <a:pt x="2026" y="7199"/>
                </a:lnTo>
                <a:lnTo>
                  <a:pt x="2037" y="7215"/>
                </a:lnTo>
                <a:lnTo>
                  <a:pt x="2049" y="7230"/>
                </a:lnTo>
                <a:lnTo>
                  <a:pt x="2063" y="7245"/>
                </a:lnTo>
                <a:lnTo>
                  <a:pt x="2076" y="7259"/>
                </a:lnTo>
                <a:lnTo>
                  <a:pt x="2090" y="7272"/>
                </a:lnTo>
                <a:lnTo>
                  <a:pt x="2104" y="7286"/>
                </a:lnTo>
                <a:lnTo>
                  <a:pt x="2120" y="7298"/>
                </a:lnTo>
                <a:lnTo>
                  <a:pt x="2135" y="7309"/>
                </a:lnTo>
                <a:lnTo>
                  <a:pt x="2152" y="7319"/>
                </a:lnTo>
                <a:lnTo>
                  <a:pt x="2169" y="7329"/>
                </a:lnTo>
                <a:lnTo>
                  <a:pt x="2186" y="7337"/>
                </a:lnTo>
                <a:lnTo>
                  <a:pt x="2203" y="7345"/>
                </a:lnTo>
                <a:lnTo>
                  <a:pt x="2222" y="7353"/>
                </a:lnTo>
                <a:lnTo>
                  <a:pt x="2241" y="7358"/>
                </a:lnTo>
                <a:lnTo>
                  <a:pt x="2259" y="7364"/>
                </a:lnTo>
                <a:lnTo>
                  <a:pt x="2278" y="7368"/>
                </a:lnTo>
                <a:lnTo>
                  <a:pt x="2298" y="7372"/>
                </a:lnTo>
                <a:lnTo>
                  <a:pt x="2318" y="7375"/>
                </a:lnTo>
                <a:lnTo>
                  <a:pt x="2338" y="7376"/>
                </a:lnTo>
                <a:lnTo>
                  <a:pt x="2357" y="7377"/>
                </a:lnTo>
                <a:lnTo>
                  <a:pt x="6953" y="7376"/>
                </a:lnTo>
                <a:lnTo>
                  <a:pt x="6973" y="7376"/>
                </a:lnTo>
                <a:lnTo>
                  <a:pt x="6993" y="7375"/>
                </a:lnTo>
                <a:lnTo>
                  <a:pt x="7013" y="7373"/>
                </a:lnTo>
                <a:lnTo>
                  <a:pt x="7031" y="7368"/>
                </a:lnTo>
                <a:lnTo>
                  <a:pt x="7051" y="7364"/>
                </a:lnTo>
                <a:lnTo>
                  <a:pt x="7070" y="7359"/>
                </a:lnTo>
                <a:lnTo>
                  <a:pt x="7087" y="7353"/>
                </a:lnTo>
                <a:lnTo>
                  <a:pt x="7106" y="7346"/>
                </a:lnTo>
                <a:lnTo>
                  <a:pt x="7124" y="7338"/>
                </a:lnTo>
                <a:lnTo>
                  <a:pt x="7141" y="7330"/>
                </a:lnTo>
                <a:lnTo>
                  <a:pt x="7159" y="7320"/>
                </a:lnTo>
                <a:lnTo>
                  <a:pt x="7175" y="7309"/>
                </a:lnTo>
                <a:lnTo>
                  <a:pt x="7191" y="7298"/>
                </a:lnTo>
                <a:lnTo>
                  <a:pt x="7206" y="7286"/>
                </a:lnTo>
                <a:lnTo>
                  <a:pt x="7222" y="7273"/>
                </a:lnTo>
                <a:lnTo>
                  <a:pt x="7236" y="7259"/>
                </a:lnTo>
                <a:lnTo>
                  <a:pt x="7249" y="7245"/>
                </a:lnTo>
                <a:lnTo>
                  <a:pt x="7262" y="7230"/>
                </a:lnTo>
                <a:lnTo>
                  <a:pt x="7274" y="7215"/>
                </a:lnTo>
                <a:lnTo>
                  <a:pt x="7285" y="7198"/>
                </a:lnTo>
                <a:lnTo>
                  <a:pt x="7295" y="7182"/>
                </a:lnTo>
                <a:lnTo>
                  <a:pt x="7305" y="7165"/>
                </a:lnTo>
                <a:lnTo>
                  <a:pt x="7314" y="7148"/>
                </a:lnTo>
                <a:lnTo>
                  <a:pt x="7322" y="7129"/>
                </a:lnTo>
                <a:lnTo>
                  <a:pt x="7329" y="7111"/>
                </a:lnTo>
                <a:lnTo>
                  <a:pt x="7335" y="7092"/>
                </a:lnTo>
                <a:lnTo>
                  <a:pt x="7340" y="7074"/>
                </a:lnTo>
                <a:lnTo>
                  <a:pt x="7345" y="7055"/>
                </a:lnTo>
                <a:lnTo>
                  <a:pt x="7348" y="7035"/>
                </a:lnTo>
                <a:lnTo>
                  <a:pt x="7350" y="7015"/>
                </a:lnTo>
                <a:lnTo>
                  <a:pt x="7352" y="6997"/>
                </a:lnTo>
                <a:lnTo>
                  <a:pt x="7352" y="6977"/>
                </a:lnTo>
                <a:close/>
              </a:path>
            </a:pathLst>
          </a:custGeom>
          <a:solidFill>
            <a:srgbClr val="F6F8FA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29" name="Freeform 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EditPoints="1"/>
          </p:cNvSpPr>
          <p:nvPr/>
        </p:nvSpPr>
        <p:spPr bwMode="auto">
          <a:xfrm>
            <a:off x="3901873" y="2275398"/>
            <a:ext cx="1562082" cy="1566663"/>
          </a:xfrm>
          <a:custGeom>
            <a:avLst/>
            <a:gdLst>
              <a:gd name="T0" fmla="*/ 4053 w 8184"/>
              <a:gd name="T1" fmla="*/ 5633 h 8210"/>
              <a:gd name="T2" fmla="*/ 4104 w 8184"/>
              <a:gd name="T3" fmla="*/ 5723 h 8210"/>
              <a:gd name="T4" fmla="*/ 4129 w 8184"/>
              <a:gd name="T5" fmla="*/ 5820 h 8210"/>
              <a:gd name="T6" fmla="*/ 4132 w 8184"/>
              <a:gd name="T7" fmla="*/ 5919 h 8210"/>
              <a:gd name="T8" fmla="*/ 4110 w 8184"/>
              <a:gd name="T9" fmla="*/ 6017 h 8210"/>
              <a:gd name="T10" fmla="*/ 4065 w 8184"/>
              <a:gd name="T11" fmla="*/ 6109 h 8210"/>
              <a:gd name="T12" fmla="*/ 2814 w 8184"/>
              <a:gd name="T13" fmla="*/ 7376 h 8210"/>
              <a:gd name="T14" fmla="*/ 6124 w 8184"/>
              <a:gd name="T15" fmla="*/ 4053 h 8210"/>
              <a:gd name="T16" fmla="*/ 6036 w 8184"/>
              <a:gd name="T17" fmla="*/ 4108 h 8210"/>
              <a:gd name="T18" fmla="*/ 5940 w 8184"/>
              <a:gd name="T19" fmla="*/ 4139 h 8210"/>
              <a:gd name="T20" fmla="*/ 5841 w 8184"/>
              <a:gd name="T21" fmla="*/ 4146 h 8210"/>
              <a:gd name="T22" fmla="*/ 5743 w 8184"/>
              <a:gd name="T23" fmla="*/ 4130 h 8210"/>
              <a:gd name="T24" fmla="*/ 5650 w 8184"/>
              <a:gd name="T25" fmla="*/ 4089 h 8210"/>
              <a:gd name="T26" fmla="*/ 5567 w 8184"/>
              <a:gd name="T27" fmla="*/ 4024 h 8210"/>
              <a:gd name="T28" fmla="*/ 2144 w 8184"/>
              <a:gd name="T29" fmla="*/ 7911 h 8210"/>
              <a:gd name="T30" fmla="*/ 2038 w 8184"/>
              <a:gd name="T31" fmla="*/ 7742 h 8210"/>
              <a:gd name="T32" fmla="*/ 1983 w 8184"/>
              <a:gd name="T33" fmla="*/ 7589 h 8210"/>
              <a:gd name="T34" fmla="*/ 1960 w 8184"/>
              <a:gd name="T35" fmla="*/ 7441 h 8210"/>
              <a:gd name="T36" fmla="*/ 1965 w 8184"/>
              <a:gd name="T37" fmla="*/ 7292 h 8210"/>
              <a:gd name="T38" fmla="*/ 1996 w 8184"/>
              <a:gd name="T39" fmla="*/ 7148 h 8210"/>
              <a:gd name="T40" fmla="*/ 2054 w 8184"/>
              <a:gd name="T41" fmla="*/ 7010 h 8210"/>
              <a:gd name="T42" fmla="*/ 2137 w 8184"/>
              <a:gd name="T43" fmla="*/ 6884 h 8210"/>
              <a:gd name="T44" fmla="*/ 122 w 8184"/>
              <a:gd name="T45" fmla="*/ 2861 h 8210"/>
              <a:gd name="T46" fmla="*/ 58 w 8184"/>
              <a:gd name="T47" fmla="*/ 2778 h 8210"/>
              <a:gd name="T48" fmla="*/ 18 w 8184"/>
              <a:gd name="T49" fmla="*/ 2685 h 8210"/>
              <a:gd name="T50" fmla="*/ 2 w 8184"/>
              <a:gd name="T51" fmla="*/ 2587 h 8210"/>
              <a:gd name="T52" fmla="*/ 8 w 8184"/>
              <a:gd name="T53" fmla="*/ 2486 h 8210"/>
              <a:gd name="T54" fmla="*/ 39 w 8184"/>
              <a:gd name="T55" fmla="*/ 2390 h 8210"/>
              <a:gd name="T56" fmla="*/ 94 w 8184"/>
              <a:gd name="T57" fmla="*/ 2303 h 8210"/>
              <a:gd name="T58" fmla="*/ 2296 w 8184"/>
              <a:gd name="T59" fmla="*/ 93 h 8210"/>
              <a:gd name="T60" fmla="*/ 2384 w 8184"/>
              <a:gd name="T61" fmla="*/ 39 h 8210"/>
              <a:gd name="T62" fmla="*/ 2480 w 8184"/>
              <a:gd name="T63" fmla="*/ 7 h 8210"/>
              <a:gd name="T64" fmla="*/ 2579 w 8184"/>
              <a:gd name="T65" fmla="*/ 0 h 8210"/>
              <a:gd name="T66" fmla="*/ 2677 w 8184"/>
              <a:gd name="T67" fmla="*/ 17 h 8210"/>
              <a:gd name="T68" fmla="*/ 2770 w 8184"/>
              <a:gd name="T69" fmla="*/ 57 h 8210"/>
              <a:gd name="T70" fmla="*/ 2853 w 8184"/>
              <a:gd name="T71" fmla="*/ 121 h 8210"/>
              <a:gd name="T72" fmla="*/ 6862 w 8184"/>
              <a:gd name="T73" fmla="*/ 2143 h 8210"/>
              <a:gd name="T74" fmla="*/ 6988 w 8184"/>
              <a:gd name="T75" fmla="*/ 2059 h 8210"/>
              <a:gd name="T76" fmla="*/ 7125 w 8184"/>
              <a:gd name="T77" fmla="*/ 2002 h 8210"/>
              <a:gd name="T78" fmla="*/ 7269 w 8184"/>
              <a:gd name="T79" fmla="*/ 1971 h 8210"/>
              <a:gd name="T80" fmla="*/ 7417 w 8184"/>
              <a:gd name="T81" fmla="*/ 1966 h 8210"/>
              <a:gd name="T82" fmla="*/ 7565 w 8184"/>
              <a:gd name="T83" fmla="*/ 1989 h 8210"/>
              <a:gd name="T84" fmla="*/ 7718 w 8184"/>
              <a:gd name="T85" fmla="*/ 2043 h 8210"/>
              <a:gd name="T86" fmla="*/ 7886 w 8184"/>
              <a:gd name="T87" fmla="*/ 2150 h 8210"/>
              <a:gd name="T88" fmla="*/ 8025 w 8184"/>
              <a:gd name="T89" fmla="*/ 2296 h 8210"/>
              <a:gd name="T90" fmla="*/ 8122 w 8184"/>
              <a:gd name="T91" fmla="*/ 2469 h 8210"/>
              <a:gd name="T92" fmla="*/ 8175 w 8184"/>
              <a:gd name="T93" fmla="*/ 2661 h 8210"/>
              <a:gd name="T94" fmla="*/ 8183 w 8184"/>
              <a:gd name="T95" fmla="*/ 7433 h 8210"/>
              <a:gd name="T96" fmla="*/ 8149 w 8184"/>
              <a:gd name="T97" fmla="*/ 7630 h 8210"/>
              <a:gd name="T98" fmla="*/ 8069 w 8184"/>
              <a:gd name="T99" fmla="*/ 7812 h 8210"/>
              <a:gd name="T100" fmla="*/ 7945 w 8184"/>
              <a:gd name="T101" fmla="*/ 7971 h 8210"/>
              <a:gd name="T102" fmla="*/ 7788 w 8184"/>
              <a:gd name="T103" fmla="*/ 8093 h 8210"/>
              <a:gd name="T104" fmla="*/ 7606 w 8184"/>
              <a:gd name="T105" fmla="*/ 8175 h 8210"/>
              <a:gd name="T106" fmla="*/ 7410 w 8184"/>
              <a:gd name="T107" fmla="*/ 8209 h 8210"/>
              <a:gd name="T108" fmla="*/ 2654 w 8184"/>
              <a:gd name="T109" fmla="*/ 8201 h 8210"/>
              <a:gd name="T110" fmla="*/ 2462 w 8184"/>
              <a:gd name="T111" fmla="*/ 8148 h 8210"/>
              <a:gd name="T112" fmla="*/ 2290 w 8184"/>
              <a:gd name="T113" fmla="*/ 8050 h 8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184" h="8210">
                <a:moveTo>
                  <a:pt x="1004" y="2566"/>
                </a:moveTo>
                <a:lnTo>
                  <a:pt x="4012" y="5585"/>
                </a:lnTo>
                <a:lnTo>
                  <a:pt x="4027" y="5600"/>
                </a:lnTo>
                <a:lnTo>
                  <a:pt x="4041" y="5616"/>
                </a:lnTo>
                <a:lnTo>
                  <a:pt x="4053" y="5633"/>
                </a:lnTo>
                <a:lnTo>
                  <a:pt x="4065" y="5650"/>
                </a:lnTo>
                <a:lnTo>
                  <a:pt x="4076" y="5668"/>
                </a:lnTo>
                <a:lnTo>
                  <a:pt x="4086" y="5685"/>
                </a:lnTo>
                <a:lnTo>
                  <a:pt x="4095" y="5704"/>
                </a:lnTo>
                <a:lnTo>
                  <a:pt x="4104" y="5723"/>
                </a:lnTo>
                <a:lnTo>
                  <a:pt x="4110" y="5741"/>
                </a:lnTo>
                <a:lnTo>
                  <a:pt x="4117" y="5760"/>
                </a:lnTo>
                <a:lnTo>
                  <a:pt x="4122" y="5780"/>
                </a:lnTo>
                <a:lnTo>
                  <a:pt x="4126" y="5800"/>
                </a:lnTo>
                <a:lnTo>
                  <a:pt x="4129" y="5820"/>
                </a:lnTo>
                <a:lnTo>
                  <a:pt x="4132" y="5840"/>
                </a:lnTo>
                <a:lnTo>
                  <a:pt x="4133" y="5859"/>
                </a:lnTo>
                <a:lnTo>
                  <a:pt x="4133" y="5879"/>
                </a:lnTo>
                <a:lnTo>
                  <a:pt x="4133" y="5899"/>
                </a:lnTo>
                <a:lnTo>
                  <a:pt x="4132" y="5919"/>
                </a:lnTo>
                <a:lnTo>
                  <a:pt x="4129" y="5939"/>
                </a:lnTo>
                <a:lnTo>
                  <a:pt x="4126" y="5959"/>
                </a:lnTo>
                <a:lnTo>
                  <a:pt x="4122" y="5979"/>
                </a:lnTo>
                <a:lnTo>
                  <a:pt x="4117" y="5998"/>
                </a:lnTo>
                <a:lnTo>
                  <a:pt x="4110" y="6017"/>
                </a:lnTo>
                <a:lnTo>
                  <a:pt x="4104" y="6036"/>
                </a:lnTo>
                <a:lnTo>
                  <a:pt x="4095" y="6055"/>
                </a:lnTo>
                <a:lnTo>
                  <a:pt x="4086" y="6073"/>
                </a:lnTo>
                <a:lnTo>
                  <a:pt x="4076" y="6091"/>
                </a:lnTo>
                <a:lnTo>
                  <a:pt x="4065" y="6109"/>
                </a:lnTo>
                <a:lnTo>
                  <a:pt x="4053" y="6125"/>
                </a:lnTo>
                <a:lnTo>
                  <a:pt x="4041" y="6143"/>
                </a:lnTo>
                <a:lnTo>
                  <a:pt x="4027" y="6158"/>
                </a:lnTo>
                <a:lnTo>
                  <a:pt x="4012" y="6174"/>
                </a:lnTo>
                <a:lnTo>
                  <a:pt x="2814" y="7376"/>
                </a:lnTo>
                <a:lnTo>
                  <a:pt x="7353" y="7376"/>
                </a:lnTo>
                <a:lnTo>
                  <a:pt x="7353" y="2823"/>
                </a:lnTo>
                <a:lnTo>
                  <a:pt x="6155" y="4024"/>
                </a:lnTo>
                <a:lnTo>
                  <a:pt x="6139" y="4039"/>
                </a:lnTo>
                <a:lnTo>
                  <a:pt x="6124" y="4053"/>
                </a:lnTo>
                <a:lnTo>
                  <a:pt x="6107" y="4066"/>
                </a:lnTo>
                <a:lnTo>
                  <a:pt x="6089" y="4078"/>
                </a:lnTo>
                <a:lnTo>
                  <a:pt x="6072" y="4089"/>
                </a:lnTo>
                <a:lnTo>
                  <a:pt x="6054" y="4099"/>
                </a:lnTo>
                <a:lnTo>
                  <a:pt x="6036" y="4108"/>
                </a:lnTo>
                <a:lnTo>
                  <a:pt x="6018" y="4116"/>
                </a:lnTo>
                <a:lnTo>
                  <a:pt x="5998" y="4123"/>
                </a:lnTo>
                <a:lnTo>
                  <a:pt x="5980" y="4130"/>
                </a:lnTo>
                <a:lnTo>
                  <a:pt x="5960" y="4134"/>
                </a:lnTo>
                <a:lnTo>
                  <a:pt x="5940" y="4139"/>
                </a:lnTo>
                <a:lnTo>
                  <a:pt x="5921" y="4142"/>
                </a:lnTo>
                <a:lnTo>
                  <a:pt x="5900" y="4144"/>
                </a:lnTo>
                <a:lnTo>
                  <a:pt x="5881" y="4146"/>
                </a:lnTo>
                <a:lnTo>
                  <a:pt x="5861" y="4146"/>
                </a:lnTo>
                <a:lnTo>
                  <a:pt x="5841" y="4146"/>
                </a:lnTo>
                <a:lnTo>
                  <a:pt x="5821" y="4144"/>
                </a:lnTo>
                <a:lnTo>
                  <a:pt x="5801" y="4142"/>
                </a:lnTo>
                <a:lnTo>
                  <a:pt x="5782" y="4139"/>
                </a:lnTo>
                <a:lnTo>
                  <a:pt x="5762" y="4134"/>
                </a:lnTo>
                <a:lnTo>
                  <a:pt x="5743" y="4130"/>
                </a:lnTo>
                <a:lnTo>
                  <a:pt x="5723" y="4123"/>
                </a:lnTo>
                <a:lnTo>
                  <a:pt x="5705" y="4116"/>
                </a:lnTo>
                <a:lnTo>
                  <a:pt x="5686" y="4108"/>
                </a:lnTo>
                <a:lnTo>
                  <a:pt x="5667" y="4099"/>
                </a:lnTo>
                <a:lnTo>
                  <a:pt x="5650" y="4089"/>
                </a:lnTo>
                <a:lnTo>
                  <a:pt x="5632" y="4078"/>
                </a:lnTo>
                <a:lnTo>
                  <a:pt x="5616" y="4066"/>
                </a:lnTo>
                <a:lnTo>
                  <a:pt x="5599" y="4053"/>
                </a:lnTo>
                <a:lnTo>
                  <a:pt x="5583" y="4039"/>
                </a:lnTo>
                <a:lnTo>
                  <a:pt x="5567" y="4024"/>
                </a:lnTo>
                <a:lnTo>
                  <a:pt x="2559" y="1006"/>
                </a:lnTo>
                <a:lnTo>
                  <a:pt x="1004" y="2566"/>
                </a:lnTo>
                <a:close/>
                <a:moveTo>
                  <a:pt x="2198" y="7971"/>
                </a:moveTo>
                <a:lnTo>
                  <a:pt x="2170" y="7941"/>
                </a:lnTo>
                <a:lnTo>
                  <a:pt x="2144" y="7911"/>
                </a:lnTo>
                <a:lnTo>
                  <a:pt x="2119" y="7879"/>
                </a:lnTo>
                <a:lnTo>
                  <a:pt x="2096" y="7846"/>
                </a:lnTo>
                <a:lnTo>
                  <a:pt x="2075" y="7813"/>
                </a:lnTo>
                <a:lnTo>
                  <a:pt x="2055" y="7778"/>
                </a:lnTo>
                <a:lnTo>
                  <a:pt x="2038" y="7742"/>
                </a:lnTo>
                <a:lnTo>
                  <a:pt x="2021" y="7706"/>
                </a:lnTo>
                <a:lnTo>
                  <a:pt x="2010" y="7677"/>
                </a:lnTo>
                <a:lnTo>
                  <a:pt x="2000" y="7647"/>
                </a:lnTo>
                <a:lnTo>
                  <a:pt x="1991" y="7619"/>
                </a:lnTo>
                <a:lnTo>
                  <a:pt x="1983" y="7589"/>
                </a:lnTo>
                <a:lnTo>
                  <a:pt x="1976" y="7559"/>
                </a:lnTo>
                <a:lnTo>
                  <a:pt x="1971" y="7531"/>
                </a:lnTo>
                <a:lnTo>
                  <a:pt x="1966" y="7501"/>
                </a:lnTo>
                <a:lnTo>
                  <a:pt x="1963" y="7471"/>
                </a:lnTo>
                <a:lnTo>
                  <a:pt x="1960" y="7441"/>
                </a:lnTo>
                <a:lnTo>
                  <a:pt x="1959" y="7411"/>
                </a:lnTo>
                <a:lnTo>
                  <a:pt x="1959" y="7382"/>
                </a:lnTo>
                <a:lnTo>
                  <a:pt x="1960" y="7352"/>
                </a:lnTo>
                <a:lnTo>
                  <a:pt x="1962" y="7322"/>
                </a:lnTo>
                <a:lnTo>
                  <a:pt x="1965" y="7292"/>
                </a:lnTo>
                <a:lnTo>
                  <a:pt x="1970" y="7262"/>
                </a:lnTo>
                <a:lnTo>
                  <a:pt x="1974" y="7234"/>
                </a:lnTo>
                <a:lnTo>
                  <a:pt x="1981" y="7205"/>
                </a:lnTo>
                <a:lnTo>
                  <a:pt x="1988" y="7176"/>
                </a:lnTo>
                <a:lnTo>
                  <a:pt x="1996" y="7148"/>
                </a:lnTo>
                <a:lnTo>
                  <a:pt x="2006" y="7119"/>
                </a:lnTo>
                <a:lnTo>
                  <a:pt x="2016" y="7092"/>
                </a:lnTo>
                <a:lnTo>
                  <a:pt x="2028" y="7064"/>
                </a:lnTo>
                <a:lnTo>
                  <a:pt x="2040" y="7037"/>
                </a:lnTo>
                <a:lnTo>
                  <a:pt x="2054" y="7010"/>
                </a:lnTo>
                <a:lnTo>
                  <a:pt x="2069" y="6985"/>
                </a:lnTo>
                <a:lnTo>
                  <a:pt x="2084" y="6958"/>
                </a:lnTo>
                <a:lnTo>
                  <a:pt x="2100" y="6933"/>
                </a:lnTo>
                <a:lnTo>
                  <a:pt x="2118" y="6908"/>
                </a:lnTo>
                <a:lnTo>
                  <a:pt x="2137" y="6884"/>
                </a:lnTo>
                <a:lnTo>
                  <a:pt x="2155" y="6861"/>
                </a:lnTo>
                <a:lnTo>
                  <a:pt x="2176" y="6838"/>
                </a:lnTo>
                <a:lnTo>
                  <a:pt x="2198" y="6815"/>
                </a:lnTo>
                <a:lnTo>
                  <a:pt x="3131" y="5879"/>
                </a:lnTo>
                <a:lnTo>
                  <a:pt x="122" y="2861"/>
                </a:lnTo>
                <a:lnTo>
                  <a:pt x="107" y="2845"/>
                </a:lnTo>
                <a:lnTo>
                  <a:pt x="94" y="2829"/>
                </a:lnTo>
                <a:lnTo>
                  <a:pt x="81" y="2813"/>
                </a:lnTo>
                <a:lnTo>
                  <a:pt x="69" y="2795"/>
                </a:lnTo>
                <a:lnTo>
                  <a:pt x="58" y="2778"/>
                </a:lnTo>
                <a:lnTo>
                  <a:pt x="48" y="2760"/>
                </a:lnTo>
                <a:lnTo>
                  <a:pt x="39" y="2742"/>
                </a:lnTo>
                <a:lnTo>
                  <a:pt x="31" y="2724"/>
                </a:lnTo>
                <a:lnTo>
                  <a:pt x="24" y="2704"/>
                </a:lnTo>
                <a:lnTo>
                  <a:pt x="18" y="2685"/>
                </a:lnTo>
                <a:lnTo>
                  <a:pt x="13" y="2665"/>
                </a:lnTo>
                <a:lnTo>
                  <a:pt x="8" y="2646"/>
                </a:lnTo>
                <a:lnTo>
                  <a:pt x="5" y="2626"/>
                </a:lnTo>
                <a:lnTo>
                  <a:pt x="3" y="2607"/>
                </a:lnTo>
                <a:lnTo>
                  <a:pt x="2" y="2587"/>
                </a:lnTo>
                <a:lnTo>
                  <a:pt x="0" y="2566"/>
                </a:lnTo>
                <a:lnTo>
                  <a:pt x="2" y="2546"/>
                </a:lnTo>
                <a:lnTo>
                  <a:pt x="3" y="2526"/>
                </a:lnTo>
                <a:lnTo>
                  <a:pt x="5" y="2506"/>
                </a:lnTo>
                <a:lnTo>
                  <a:pt x="8" y="2486"/>
                </a:lnTo>
                <a:lnTo>
                  <a:pt x="13" y="2467"/>
                </a:lnTo>
                <a:lnTo>
                  <a:pt x="18" y="2448"/>
                </a:lnTo>
                <a:lnTo>
                  <a:pt x="24" y="2428"/>
                </a:lnTo>
                <a:lnTo>
                  <a:pt x="31" y="2409"/>
                </a:lnTo>
                <a:lnTo>
                  <a:pt x="39" y="2390"/>
                </a:lnTo>
                <a:lnTo>
                  <a:pt x="48" y="2373"/>
                </a:lnTo>
                <a:lnTo>
                  <a:pt x="58" y="2354"/>
                </a:lnTo>
                <a:lnTo>
                  <a:pt x="69" y="2336"/>
                </a:lnTo>
                <a:lnTo>
                  <a:pt x="81" y="2320"/>
                </a:lnTo>
                <a:lnTo>
                  <a:pt x="94" y="2303"/>
                </a:lnTo>
                <a:lnTo>
                  <a:pt x="107" y="2287"/>
                </a:lnTo>
                <a:lnTo>
                  <a:pt x="122" y="2271"/>
                </a:lnTo>
                <a:lnTo>
                  <a:pt x="2265" y="121"/>
                </a:lnTo>
                <a:lnTo>
                  <a:pt x="2281" y="107"/>
                </a:lnTo>
                <a:lnTo>
                  <a:pt x="2296" y="93"/>
                </a:lnTo>
                <a:lnTo>
                  <a:pt x="2313" y="81"/>
                </a:lnTo>
                <a:lnTo>
                  <a:pt x="2330" y="69"/>
                </a:lnTo>
                <a:lnTo>
                  <a:pt x="2348" y="57"/>
                </a:lnTo>
                <a:lnTo>
                  <a:pt x="2365" y="48"/>
                </a:lnTo>
                <a:lnTo>
                  <a:pt x="2384" y="39"/>
                </a:lnTo>
                <a:lnTo>
                  <a:pt x="2403" y="30"/>
                </a:lnTo>
                <a:lnTo>
                  <a:pt x="2422" y="23"/>
                </a:lnTo>
                <a:lnTo>
                  <a:pt x="2440" y="17"/>
                </a:lnTo>
                <a:lnTo>
                  <a:pt x="2460" y="11"/>
                </a:lnTo>
                <a:lnTo>
                  <a:pt x="2480" y="7"/>
                </a:lnTo>
                <a:lnTo>
                  <a:pt x="2500" y="3"/>
                </a:lnTo>
                <a:lnTo>
                  <a:pt x="2519" y="1"/>
                </a:lnTo>
                <a:lnTo>
                  <a:pt x="2539" y="0"/>
                </a:lnTo>
                <a:lnTo>
                  <a:pt x="2559" y="0"/>
                </a:lnTo>
                <a:lnTo>
                  <a:pt x="2579" y="0"/>
                </a:lnTo>
                <a:lnTo>
                  <a:pt x="2599" y="1"/>
                </a:lnTo>
                <a:lnTo>
                  <a:pt x="2618" y="3"/>
                </a:lnTo>
                <a:lnTo>
                  <a:pt x="2638" y="7"/>
                </a:lnTo>
                <a:lnTo>
                  <a:pt x="2658" y="11"/>
                </a:lnTo>
                <a:lnTo>
                  <a:pt x="2677" y="17"/>
                </a:lnTo>
                <a:lnTo>
                  <a:pt x="2696" y="23"/>
                </a:lnTo>
                <a:lnTo>
                  <a:pt x="2715" y="30"/>
                </a:lnTo>
                <a:lnTo>
                  <a:pt x="2734" y="39"/>
                </a:lnTo>
                <a:lnTo>
                  <a:pt x="2752" y="48"/>
                </a:lnTo>
                <a:lnTo>
                  <a:pt x="2770" y="57"/>
                </a:lnTo>
                <a:lnTo>
                  <a:pt x="2788" y="69"/>
                </a:lnTo>
                <a:lnTo>
                  <a:pt x="2804" y="81"/>
                </a:lnTo>
                <a:lnTo>
                  <a:pt x="2821" y="93"/>
                </a:lnTo>
                <a:lnTo>
                  <a:pt x="2837" y="107"/>
                </a:lnTo>
                <a:lnTo>
                  <a:pt x="2853" y="121"/>
                </a:lnTo>
                <a:lnTo>
                  <a:pt x="5861" y="3140"/>
                </a:lnTo>
                <a:lnTo>
                  <a:pt x="6794" y="2204"/>
                </a:lnTo>
                <a:lnTo>
                  <a:pt x="6816" y="2183"/>
                </a:lnTo>
                <a:lnTo>
                  <a:pt x="6839" y="2162"/>
                </a:lnTo>
                <a:lnTo>
                  <a:pt x="6862" y="2143"/>
                </a:lnTo>
                <a:lnTo>
                  <a:pt x="6887" y="2125"/>
                </a:lnTo>
                <a:lnTo>
                  <a:pt x="6911" y="2107"/>
                </a:lnTo>
                <a:lnTo>
                  <a:pt x="6936" y="2090"/>
                </a:lnTo>
                <a:lnTo>
                  <a:pt x="6962" y="2075"/>
                </a:lnTo>
                <a:lnTo>
                  <a:pt x="6988" y="2059"/>
                </a:lnTo>
                <a:lnTo>
                  <a:pt x="7015" y="2046"/>
                </a:lnTo>
                <a:lnTo>
                  <a:pt x="7042" y="2034"/>
                </a:lnTo>
                <a:lnTo>
                  <a:pt x="7069" y="2022"/>
                </a:lnTo>
                <a:lnTo>
                  <a:pt x="7097" y="2012"/>
                </a:lnTo>
                <a:lnTo>
                  <a:pt x="7125" y="2002"/>
                </a:lnTo>
                <a:lnTo>
                  <a:pt x="7153" y="1994"/>
                </a:lnTo>
                <a:lnTo>
                  <a:pt x="7182" y="1987"/>
                </a:lnTo>
                <a:lnTo>
                  <a:pt x="7211" y="1980"/>
                </a:lnTo>
                <a:lnTo>
                  <a:pt x="7240" y="1975"/>
                </a:lnTo>
                <a:lnTo>
                  <a:pt x="7269" y="1971"/>
                </a:lnTo>
                <a:lnTo>
                  <a:pt x="7299" y="1968"/>
                </a:lnTo>
                <a:lnTo>
                  <a:pt x="7327" y="1966"/>
                </a:lnTo>
                <a:lnTo>
                  <a:pt x="7357" y="1965"/>
                </a:lnTo>
                <a:lnTo>
                  <a:pt x="7387" y="1965"/>
                </a:lnTo>
                <a:lnTo>
                  <a:pt x="7417" y="1966"/>
                </a:lnTo>
                <a:lnTo>
                  <a:pt x="7446" y="1968"/>
                </a:lnTo>
                <a:lnTo>
                  <a:pt x="7476" y="1971"/>
                </a:lnTo>
                <a:lnTo>
                  <a:pt x="7506" y="1977"/>
                </a:lnTo>
                <a:lnTo>
                  <a:pt x="7535" y="1982"/>
                </a:lnTo>
                <a:lnTo>
                  <a:pt x="7565" y="1989"/>
                </a:lnTo>
                <a:lnTo>
                  <a:pt x="7595" y="1997"/>
                </a:lnTo>
                <a:lnTo>
                  <a:pt x="7623" y="2005"/>
                </a:lnTo>
                <a:lnTo>
                  <a:pt x="7653" y="2015"/>
                </a:lnTo>
                <a:lnTo>
                  <a:pt x="7682" y="2028"/>
                </a:lnTo>
                <a:lnTo>
                  <a:pt x="7718" y="2043"/>
                </a:lnTo>
                <a:lnTo>
                  <a:pt x="7754" y="2062"/>
                </a:lnTo>
                <a:lnTo>
                  <a:pt x="7788" y="2082"/>
                </a:lnTo>
                <a:lnTo>
                  <a:pt x="7822" y="2103"/>
                </a:lnTo>
                <a:lnTo>
                  <a:pt x="7854" y="2126"/>
                </a:lnTo>
                <a:lnTo>
                  <a:pt x="7886" y="2150"/>
                </a:lnTo>
                <a:lnTo>
                  <a:pt x="7916" y="2176"/>
                </a:lnTo>
                <a:lnTo>
                  <a:pt x="7945" y="2204"/>
                </a:lnTo>
                <a:lnTo>
                  <a:pt x="7973" y="2234"/>
                </a:lnTo>
                <a:lnTo>
                  <a:pt x="7999" y="2265"/>
                </a:lnTo>
                <a:lnTo>
                  <a:pt x="8025" y="2296"/>
                </a:lnTo>
                <a:lnTo>
                  <a:pt x="8048" y="2329"/>
                </a:lnTo>
                <a:lnTo>
                  <a:pt x="8069" y="2363"/>
                </a:lnTo>
                <a:lnTo>
                  <a:pt x="8088" y="2397"/>
                </a:lnTo>
                <a:lnTo>
                  <a:pt x="8106" y="2432"/>
                </a:lnTo>
                <a:lnTo>
                  <a:pt x="8122" y="2469"/>
                </a:lnTo>
                <a:lnTo>
                  <a:pt x="8137" y="2506"/>
                </a:lnTo>
                <a:lnTo>
                  <a:pt x="8149" y="2544"/>
                </a:lnTo>
                <a:lnTo>
                  <a:pt x="8160" y="2582"/>
                </a:lnTo>
                <a:lnTo>
                  <a:pt x="8169" y="2621"/>
                </a:lnTo>
                <a:lnTo>
                  <a:pt x="8175" y="2661"/>
                </a:lnTo>
                <a:lnTo>
                  <a:pt x="8180" y="2700"/>
                </a:lnTo>
                <a:lnTo>
                  <a:pt x="8183" y="2741"/>
                </a:lnTo>
                <a:lnTo>
                  <a:pt x="8184" y="2782"/>
                </a:lnTo>
                <a:lnTo>
                  <a:pt x="8184" y="7393"/>
                </a:lnTo>
                <a:lnTo>
                  <a:pt x="8183" y="7433"/>
                </a:lnTo>
                <a:lnTo>
                  <a:pt x="8180" y="7473"/>
                </a:lnTo>
                <a:lnTo>
                  <a:pt x="8175" y="7513"/>
                </a:lnTo>
                <a:lnTo>
                  <a:pt x="8169" y="7553"/>
                </a:lnTo>
                <a:lnTo>
                  <a:pt x="8160" y="7591"/>
                </a:lnTo>
                <a:lnTo>
                  <a:pt x="8149" y="7630"/>
                </a:lnTo>
                <a:lnTo>
                  <a:pt x="8137" y="7667"/>
                </a:lnTo>
                <a:lnTo>
                  <a:pt x="8122" y="7705"/>
                </a:lnTo>
                <a:lnTo>
                  <a:pt x="8106" y="7741"/>
                </a:lnTo>
                <a:lnTo>
                  <a:pt x="8088" y="7778"/>
                </a:lnTo>
                <a:lnTo>
                  <a:pt x="8069" y="7812"/>
                </a:lnTo>
                <a:lnTo>
                  <a:pt x="8047" y="7846"/>
                </a:lnTo>
                <a:lnTo>
                  <a:pt x="8023" y="7879"/>
                </a:lnTo>
                <a:lnTo>
                  <a:pt x="7999" y="7911"/>
                </a:lnTo>
                <a:lnTo>
                  <a:pt x="7973" y="7941"/>
                </a:lnTo>
                <a:lnTo>
                  <a:pt x="7945" y="7971"/>
                </a:lnTo>
                <a:lnTo>
                  <a:pt x="7917" y="7998"/>
                </a:lnTo>
                <a:lnTo>
                  <a:pt x="7886" y="8025"/>
                </a:lnTo>
                <a:lnTo>
                  <a:pt x="7854" y="8049"/>
                </a:lnTo>
                <a:lnTo>
                  <a:pt x="7822" y="8072"/>
                </a:lnTo>
                <a:lnTo>
                  <a:pt x="7788" y="8093"/>
                </a:lnTo>
                <a:lnTo>
                  <a:pt x="7753" y="8113"/>
                </a:lnTo>
                <a:lnTo>
                  <a:pt x="7718" y="8131"/>
                </a:lnTo>
                <a:lnTo>
                  <a:pt x="7682" y="8147"/>
                </a:lnTo>
                <a:lnTo>
                  <a:pt x="7644" y="8161"/>
                </a:lnTo>
                <a:lnTo>
                  <a:pt x="7606" y="8175"/>
                </a:lnTo>
                <a:lnTo>
                  <a:pt x="7567" y="8185"/>
                </a:lnTo>
                <a:lnTo>
                  <a:pt x="7529" y="8193"/>
                </a:lnTo>
                <a:lnTo>
                  <a:pt x="7489" y="8201"/>
                </a:lnTo>
                <a:lnTo>
                  <a:pt x="7450" y="8206"/>
                </a:lnTo>
                <a:lnTo>
                  <a:pt x="7410" y="8209"/>
                </a:lnTo>
                <a:lnTo>
                  <a:pt x="7369" y="8210"/>
                </a:lnTo>
                <a:lnTo>
                  <a:pt x="2773" y="8210"/>
                </a:lnTo>
                <a:lnTo>
                  <a:pt x="2733" y="8209"/>
                </a:lnTo>
                <a:lnTo>
                  <a:pt x="2693" y="8206"/>
                </a:lnTo>
                <a:lnTo>
                  <a:pt x="2654" y="8201"/>
                </a:lnTo>
                <a:lnTo>
                  <a:pt x="2614" y="8195"/>
                </a:lnTo>
                <a:lnTo>
                  <a:pt x="2574" y="8186"/>
                </a:lnTo>
                <a:lnTo>
                  <a:pt x="2537" y="8175"/>
                </a:lnTo>
                <a:lnTo>
                  <a:pt x="2498" y="8163"/>
                </a:lnTo>
                <a:lnTo>
                  <a:pt x="2462" y="8148"/>
                </a:lnTo>
                <a:lnTo>
                  <a:pt x="2426" y="8132"/>
                </a:lnTo>
                <a:lnTo>
                  <a:pt x="2391" y="8114"/>
                </a:lnTo>
                <a:lnTo>
                  <a:pt x="2356" y="8094"/>
                </a:lnTo>
                <a:lnTo>
                  <a:pt x="2323" y="8073"/>
                </a:lnTo>
                <a:lnTo>
                  <a:pt x="2290" y="8050"/>
                </a:lnTo>
                <a:lnTo>
                  <a:pt x="2258" y="8025"/>
                </a:lnTo>
                <a:lnTo>
                  <a:pt x="2227" y="7998"/>
                </a:lnTo>
                <a:lnTo>
                  <a:pt x="2198" y="797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30" name="Freeform 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EditPoints="1"/>
          </p:cNvSpPr>
          <p:nvPr/>
        </p:nvSpPr>
        <p:spPr bwMode="auto">
          <a:xfrm>
            <a:off x="6620549" y="2275398"/>
            <a:ext cx="1562082" cy="1566663"/>
          </a:xfrm>
          <a:custGeom>
            <a:avLst/>
            <a:gdLst>
              <a:gd name="T0" fmla="*/ 4053 w 8184"/>
              <a:gd name="T1" fmla="*/ 5633 h 8210"/>
              <a:gd name="T2" fmla="*/ 4104 w 8184"/>
              <a:gd name="T3" fmla="*/ 5723 h 8210"/>
              <a:gd name="T4" fmla="*/ 4129 w 8184"/>
              <a:gd name="T5" fmla="*/ 5820 h 8210"/>
              <a:gd name="T6" fmla="*/ 4132 w 8184"/>
              <a:gd name="T7" fmla="*/ 5919 h 8210"/>
              <a:gd name="T8" fmla="*/ 4110 w 8184"/>
              <a:gd name="T9" fmla="*/ 6017 h 8210"/>
              <a:gd name="T10" fmla="*/ 4065 w 8184"/>
              <a:gd name="T11" fmla="*/ 6109 h 8210"/>
              <a:gd name="T12" fmla="*/ 2814 w 8184"/>
              <a:gd name="T13" fmla="*/ 7376 h 8210"/>
              <a:gd name="T14" fmla="*/ 6124 w 8184"/>
              <a:gd name="T15" fmla="*/ 4053 h 8210"/>
              <a:gd name="T16" fmla="*/ 6036 w 8184"/>
              <a:gd name="T17" fmla="*/ 4108 h 8210"/>
              <a:gd name="T18" fmla="*/ 5940 w 8184"/>
              <a:gd name="T19" fmla="*/ 4139 h 8210"/>
              <a:gd name="T20" fmla="*/ 5841 w 8184"/>
              <a:gd name="T21" fmla="*/ 4146 h 8210"/>
              <a:gd name="T22" fmla="*/ 5743 w 8184"/>
              <a:gd name="T23" fmla="*/ 4130 h 8210"/>
              <a:gd name="T24" fmla="*/ 5650 w 8184"/>
              <a:gd name="T25" fmla="*/ 4089 h 8210"/>
              <a:gd name="T26" fmla="*/ 5567 w 8184"/>
              <a:gd name="T27" fmla="*/ 4024 h 8210"/>
              <a:gd name="T28" fmla="*/ 2144 w 8184"/>
              <a:gd name="T29" fmla="*/ 7911 h 8210"/>
              <a:gd name="T30" fmla="*/ 2038 w 8184"/>
              <a:gd name="T31" fmla="*/ 7742 h 8210"/>
              <a:gd name="T32" fmla="*/ 1983 w 8184"/>
              <a:gd name="T33" fmla="*/ 7589 h 8210"/>
              <a:gd name="T34" fmla="*/ 1960 w 8184"/>
              <a:gd name="T35" fmla="*/ 7441 h 8210"/>
              <a:gd name="T36" fmla="*/ 1965 w 8184"/>
              <a:gd name="T37" fmla="*/ 7292 h 8210"/>
              <a:gd name="T38" fmla="*/ 1996 w 8184"/>
              <a:gd name="T39" fmla="*/ 7148 h 8210"/>
              <a:gd name="T40" fmla="*/ 2054 w 8184"/>
              <a:gd name="T41" fmla="*/ 7010 h 8210"/>
              <a:gd name="T42" fmla="*/ 2137 w 8184"/>
              <a:gd name="T43" fmla="*/ 6884 h 8210"/>
              <a:gd name="T44" fmla="*/ 122 w 8184"/>
              <a:gd name="T45" fmla="*/ 2861 h 8210"/>
              <a:gd name="T46" fmla="*/ 58 w 8184"/>
              <a:gd name="T47" fmla="*/ 2778 h 8210"/>
              <a:gd name="T48" fmla="*/ 18 w 8184"/>
              <a:gd name="T49" fmla="*/ 2685 h 8210"/>
              <a:gd name="T50" fmla="*/ 2 w 8184"/>
              <a:gd name="T51" fmla="*/ 2587 h 8210"/>
              <a:gd name="T52" fmla="*/ 8 w 8184"/>
              <a:gd name="T53" fmla="*/ 2486 h 8210"/>
              <a:gd name="T54" fmla="*/ 39 w 8184"/>
              <a:gd name="T55" fmla="*/ 2390 h 8210"/>
              <a:gd name="T56" fmla="*/ 94 w 8184"/>
              <a:gd name="T57" fmla="*/ 2303 h 8210"/>
              <a:gd name="T58" fmla="*/ 2296 w 8184"/>
              <a:gd name="T59" fmla="*/ 93 h 8210"/>
              <a:gd name="T60" fmla="*/ 2384 w 8184"/>
              <a:gd name="T61" fmla="*/ 39 h 8210"/>
              <a:gd name="T62" fmla="*/ 2480 w 8184"/>
              <a:gd name="T63" fmla="*/ 7 h 8210"/>
              <a:gd name="T64" fmla="*/ 2579 w 8184"/>
              <a:gd name="T65" fmla="*/ 0 h 8210"/>
              <a:gd name="T66" fmla="*/ 2677 w 8184"/>
              <a:gd name="T67" fmla="*/ 17 h 8210"/>
              <a:gd name="T68" fmla="*/ 2770 w 8184"/>
              <a:gd name="T69" fmla="*/ 57 h 8210"/>
              <a:gd name="T70" fmla="*/ 2853 w 8184"/>
              <a:gd name="T71" fmla="*/ 121 h 8210"/>
              <a:gd name="T72" fmla="*/ 6862 w 8184"/>
              <a:gd name="T73" fmla="*/ 2143 h 8210"/>
              <a:gd name="T74" fmla="*/ 6988 w 8184"/>
              <a:gd name="T75" fmla="*/ 2059 h 8210"/>
              <a:gd name="T76" fmla="*/ 7125 w 8184"/>
              <a:gd name="T77" fmla="*/ 2002 h 8210"/>
              <a:gd name="T78" fmla="*/ 7269 w 8184"/>
              <a:gd name="T79" fmla="*/ 1971 h 8210"/>
              <a:gd name="T80" fmla="*/ 7417 w 8184"/>
              <a:gd name="T81" fmla="*/ 1966 h 8210"/>
              <a:gd name="T82" fmla="*/ 7565 w 8184"/>
              <a:gd name="T83" fmla="*/ 1989 h 8210"/>
              <a:gd name="T84" fmla="*/ 7718 w 8184"/>
              <a:gd name="T85" fmla="*/ 2043 h 8210"/>
              <a:gd name="T86" fmla="*/ 7886 w 8184"/>
              <a:gd name="T87" fmla="*/ 2150 h 8210"/>
              <a:gd name="T88" fmla="*/ 8025 w 8184"/>
              <a:gd name="T89" fmla="*/ 2296 h 8210"/>
              <a:gd name="T90" fmla="*/ 8122 w 8184"/>
              <a:gd name="T91" fmla="*/ 2469 h 8210"/>
              <a:gd name="T92" fmla="*/ 8175 w 8184"/>
              <a:gd name="T93" fmla="*/ 2661 h 8210"/>
              <a:gd name="T94" fmla="*/ 8183 w 8184"/>
              <a:gd name="T95" fmla="*/ 7433 h 8210"/>
              <a:gd name="T96" fmla="*/ 8149 w 8184"/>
              <a:gd name="T97" fmla="*/ 7630 h 8210"/>
              <a:gd name="T98" fmla="*/ 8069 w 8184"/>
              <a:gd name="T99" fmla="*/ 7812 h 8210"/>
              <a:gd name="T100" fmla="*/ 7945 w 8184"/>
              <a:gd name="T101" fmla="*/ 7971 h 8210"/>
              <a:gd name="T102" fmla="*/ 7788 w 8184"/>
              <a:gd name="T103" fmla="*/ 8093 h 8210"/>
              <a:gd name="T104" fmla="*/ 7606 w 8184"/>
              <a:gd name="T105" fmla="*/ 8175 h 8210"/>
              <a:gd name="T106" fmla="*/ 7410 w 8184"/>
              <a:gd name="T107" fmla="*/ 8209 h 8210"/>
              <a:gd name="T108" fmla="*/ 2654 w 8184"/>
              <a:gd name="T109" fmla="*/ 8201 h 8210"/>
              <a:gd name="T110" fmla="*/ 2462 w 8184"/>
              <a:gd name="T111" fmla="*/ 8148 h 8210"/>
              <a:gd name="T112" fmla="*/ 2290 w 8184"/>
              <a:gd name="T113" fmla="*/ 8050 h 8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184" h="8210">
                <a:moveTo>
                  <a:pt x="1004" y="2566"/>
                </a:moveTo>
                <a:lnTo>
                  <a:pt x="4012" y="5585"/>
                </a:lnTo>
                <a:lnTo>
                  <a:pt x="4027" y="5600"/>
                </a:lnTo>
                <a:lnTo>
                  <a:pt x="4041" y="5616"/>
                </a:lnTo>
                <a:lnTo>
                  <a:pt x="4053" y="5633"/>
                </a:lnTo>
                <a:lnTo>
                  <a:pt x="4065" y="5650"/>
                </a:lnTo>
                <a:lnTo>
                  <a:pt x="4076" y="5668"/>
                </a:lnTo>
                <a:lnTo>
                  <a:pt x="4086" y="5685"/>
                </a:lnTo>
                <a:lnTo>
                  <a:pt x="4095" y="5704"/>
                </a:lnTo>
                <a:lnTo>
                  <a:pt x="4104" y="5723"/>
                </a:lnTo>
                <a:lnTo>
                  <a:pt x="4110" y="5741"/>
                </a:lnTo>
                <a:lnTo>
                  <a:pt x="4117" y="5760"/>
                </a:lnTo>
                <a:lnTo>
                  <a:pt x="4122" y="5780"/>
                </a:lnTo>
                <a:lnTo>
                  <a:pt x="4126" y="5800"/>
                </a:lnTo>
                <a:lnTo>
                  <a:pt x="4129" y="5820"/>
                </a:lnTo>
                <a:lnTo>
                  <a:pt x="4132" y="5840"/>
                </a:lnTo>
                <a:lnTo>
                  <a:pt x="4133" y="5859"/>
                </a:lnTo>
                <a:lnTo>
                  <a:pt x="4133" y="5879"/>
                </a:lnTo>
                <a:lnTo>
                  <a:pt x="4133" y="5899"/>
                </a:lnTo>
                <a:lnTo>
                  <a:pt x="4132" y="5919"/>
                </a:lnTo>
                <a:lnTo>
                  <a:pt x="4129" y="5939"/>
                </a:lnTo>
                <a:lnTo>
                  <a:pt x="4126" y="5959"/>
                </a:lnTo>
                <a:lnTo>
                  <a:pt x="4122" y="5979"/>
                </a:lnTo>
                <a:lnTo>
                  <a:pt x="4117" y="5998"/>
                </a:lnTo>
                <a:lnTo>
                  <a:pt x="4110" y="6017"/>
                </a:lnTo>
                <a:lnTo>
                  <a:pt x="4104" y="6036"/>
                </a:lnTo>
                <a:lnTo>
                  <a:pt x="4095" y="6055"/>
                </a:lnTo>
                <a:lnTo>
                  <a:pt x="4086" y="6073"/>
                </a:lnTo>
                <a:lnTo>
                  <a:pt x="4076" y="6091"/>
                </a:lnTo>
                <a:lnTo>
                  <a:pt x="4065" y="6109"/>
                </a:lnTo>
                <a:lnTo>
                  <a:pt x="4053" y="6125"/>
                </a:lnTo>
                <a:lnTo>
                  <a:pt x="4041" y="6143"/>
                </a:lnTo>
                <a:lnTo>
                  <a:pt x="4027" y="6158"/>
                </a:lnTo>
                <a:lnTo>
                  <a:pt x="4012" y="6174"/>
                </a:lnTo>
                <a:lnTo>
                  <a:pt x="2814" y="7376"/>
                </a:lnTo>
                <a:lnTo>
                  <a:pt x="7353" y="7376"/>
                </a:lnTo>
                <a:lnTo>
                  <a:pt x="7353" y="2823"/>
                </a:lnTo>
                <a:lnTo>
                  <a:pt x="6155" y="4024"/>
                </a:lnTo>
                <a:lnTo>
                  <a:pt x="6139" y="4039"/>
                </a:lnTo>
                <a:lnTo>
                  <a:pt x="6124" y="4053"/>
                </a:lnTo>
                <a:lnTo>
                  <a:pt x="6107" y="4066"/>
                </a:lnTo>
                <a:lnTo>
                  <a:pt x="6089" y="4078"/>
                </a:lnTo>
                <a:lnTo>
                  <a:pt x="6072" y="4089"/>
                </a:lnTo>
                <a:lnTo>
                  <a:pt x="6054" y="4099"/>
                </a:lnTo>
                <a:lnTo>
                  <a:pt x="6036" y="4108"/>
                </a:lnTo>
                <a:lnTo>
                  <a:pt x="6018" y="4116"/>
                </a:lnTo>
                <a:lnTo>
                  <a:pt x="5998" y="4123"/>
                </a:lnTo>
                <a:lnTo>
                  <a:pt x="5980" y="4130"/>
                </a:lnTo>
                <a:lnTo>
                  <a:pt x="5960" y="4134"/>
                </a:lnTo>
                <a:lnTo>
                  <a:pt x="5940" y="4139"/>
                </a:lnTo>
                <a:lnTo>
                  <a:pt x="5921" y="4142"/>
                </a:lnTo>
                <a:lnTo>
                  <a:pt x="5900" y="4144"/>
                </a:lnTo>
                <a:lnTo>
                  <a:pt x="5881" y="4146"/>
                </a:lnTo>
                <a:lnTo>
                  <a:pt x="5861" y="4146"/>
                </a:lnTo>
                <a:lnTo>
                  <a:pt x="5841" y="4146"/>
                </a:lnTo>
                <a:lnTo>
                  <a:pt x="5821" y="4144"/>
                </a:lnTo>
                <a:lnTo>
                  <a:pt x="5801" y="4142"/>
                </a:lnTo>
                <a:lnTo>
                  <a:pt x="5782" y="4139"/>
                </a:lnTo>
                <a:lnTo>
                  <a:pt x="5762" y="4134"/>
                </a:lnTo>
                <a:lnTo>
                  <a:pt x="5743" y="4130"/>
                </a:lnTo>
                <a:lnTo>
                  <a:pt x="5723" y="4123"/>
                </a:lnTo>
                <a:lnTo>
                  <a:pt x="5705" y="4116"/>
                </a:lnTo>
                <a:lnTo>
                  <a:pt x="5686" y="4108"/>
                </a:lnTo>
                <a:lnTo>
                  <a:pt x="5667" y="4099"/>
                </a:lnTo>
                <a:lnTo>
                  <a:pt x="5650" y="4089"/>
                </a:lnTo>
                <a:lnTo>
                  <a:pt x="5632" y="4078"/>
                </a:lnTo>
                <a:lnTo>
                  <a:pt x="5616" y="4066"/>
                </a:lnTo>
                <a:lnTo>
                  <a:pt x="5599" y="4053"/>
                </a:lnTo>
                <a:lnTo>
                  <a:pt x="5583" y="4039"/>
                </a:lnTo>
                <a:lnTo>
                  <a:pt x="5567" y="4024"/>
                </a:lnTo>
                <a:lnTo>
                  <a:pt x="2559" y="1006"/>
                </a:lnTo>
                <a:lnTo>
                  <a:pt x="1004" y="2566"/>
                </a:lnTo>
                <a:close/>
                <a:moveTo>
                  <a:pt x="2198" y="7971"/>
                </a:moveTo>
                <a:lnTo>
                  <a:pt x="2170" y="7941"/>
                </a:lnTo>
                <a:lnTo>
                  <a:pt x="2144" y="7911"/>
                </a:lnTo>
                <a:lnTo>
                  <a:pt x="2119" y="7879"/>
                </a:lnTo>
                <a:lnTo>
                  <a:pt x="2096" y="7846"/>
                </a:lnTo>
                <a:lnTo>
                  <a:pt x="2075" y="7813"/>
                </a:lnTo>
                <a:lnTo>
                  <a:pt x="2055" y="7778"/>
                </a:lnTo>
                <a:lnTo>
                  <a:pt x="2038" y="7742"/>
                </a:lnTo>
                <a:lnTo>
                  <a:pt x="2021" y="7706"/>
                </a:lnTo>
                <a:lnTo>
                  <a:pt x="2010" y="7677"/>
                </a:lnTo>
                <a:lnTo>
                  <a:pt x="2000" y="7647"/>
                </a:lnTo>
                <a:lnTo>
                  <a:pt x="1991" y="7619"/>
                </a:lnTo>
                <a:lnTo>
                  <a:pt x="1983" y="7589"/>
                </a:lnTo>
                <a:lnTo>
                  <a:pt x="1976" y="7559"/>
                </a:lnTo>
                <a:lnTo>
                  <a:pt x="1971" y="7531"/>
                </a:lnTo>
                <a:lnTo>
                  <a:pt x="1966" y="7501"/>
                </a:lnTo>
                <a:lnTo>
                  <a:pt x="1963" y="7471"/>
                </a:lnTo>
                <a:lnTo>
                  <a:pt x="1960" y="7441"/>
                </a:lnTo>
                <a:lnTo>
                  <a:pt x="1959" y="7411"/>
                </a:lnTo>
                <a:lnTo>
                  <a:pt x="1959" y="7382"/>
                </a:lnTo>
                <a:lnTo>
                  <a:pt x="1960" y="7352"/>
                </a:lnTo>
                <a:lnTo>
                  <a:pt x="1962" y="7322"/>
                </a:lnTo>
                <a:lnTo>
                  <a:pt x="1965" y="7292"/>
                </a:lnTo>
                <a:lnTo>
                  <a:pt x="1970" y="7262"/>
                </a:lnTo>
                <a:lnTo>
                  <a:pt x="1974" y="7234"/>
                </a:lnTo>
                <a:lnTo>
                  <a:pt x="1981" y="7205"/>
                </a:lnTo>
                <a:lnTo>
                  <a:pt x="1988" y="7176"/>
                </a:lnTo>
                <a:lnTo>
                  <a:pt x="1996" y="7148"/>
                </a:lnTo>
                <a:lnTo>
                  <a:pt x="2006" y="7119"/>
                </a:lnTo>
                <a:lnTo>
                  <a:pt x="2016" y="7092"/>
                </a:lnTo>
                <a:lnTo>
                  <a:pt x="2028" y="7064"/>
                </a:lnTo>
                <a:lnTo>
                  <a:pt x="2040" y="7037"/>
                </a:lnTo>
                <a:lnTo>
                  <a:pt x="2054" y="7010"/>
                </a:lnTo>
                <a:lnTo>
                  <a:pt x="2069" y="6985"/>
                </a:lnTo>
                <a:lnTo>
                  <a:pt x="2084" y="6958"/>
                </a:lnTo>
                <a:lnTo>
                  <a:pt x="2100" y="6933"/>
                </a:lnTo>
                <a:lnTo>
                  <a:pt x="2118" y="6908"/>
                </a:lnTo>
                <a:lnTo>
                  <a:pt x="2137" y="6884"/>
                </a:lnTo>
                <a:lnTo>
                  <a:pt x="2155" y="6861"/>
                </a:lnTo>
                <a:lnTo>
                  <a:pt x="2176" y="6838"/>
                </a:lnTo>
                <a:lnTo>
                  <a:pt x="2198" y="6815"/>
                </a:lnTo>
                <a:lnTo>
                  <a:pt x="3131" y="5879"/>
                </a:lnTo>
                <a:lnTo>
                  <a:pt x="122" y="2861"/>
                </a:lnTo>
                <a:lnTo>
                  <a:pt x="107" y="2845"/>
                </a:lnTo>
                <a:lnTo>
                  <a:pt x="94" y="2829"/>
                </a:lnTo>
                <a:lnTo>
                  <a:pt x="81" y="2813"/>
                </a:lnTo>
                <a:lnTo>
                  <a:pt x="69" y="2795"/>
                </a:lnTo>
                <a:lnTo>
                  <a:pt x="58" y="2778"/>
                </a:lnTo>
                <a:lnTo>
                  <a:pt x="48" y="2760"/>
                </a:lnTo>
                <a:lnTo>
                  <a:pt x="39" y="2742"/>
                </a:lnTo>
                <a:lnTo>
                  <a:pt x="31" y="2724"/>
                </a:lnTo>
                <a:lnTo>
                  <a:pt x="24" y="2704"/>
                </a:lnTo>
                <a:lnTo>
                  <a:pt x="18" y="2685"/>
                </a:lnTo>
                <a:lnTo>
                  <a:pt x="13" y="2665"/>
                </a:lnTo>
                <a:lnTo>
                  <a:pt x="8" y="2646"/>
                </a:lnTo>
                <a:lnTo>
                  <a:pt x="5" y="2626"/>
                </a:lnTo>
                <a:lnTo>
                  <a:pt x="3" y="2607"/>
                </a:lnTo>
                <a:lnTo>
                  <a:pt x="2" y="2587"/>
                </a:lnTo>
                <a:lnTo>
                  <a:pt x="0" y="2566"/>
                </a:lnTo>
                <a:lnTo>
                  <a:pt x="2" y="2546"/>
                </a:lnTo>
                <a:lnTo>
                  <a:pt x="3" y="2526"/>
                </a:lnTo>
                <a:lnTo>
                  <a:pt x="5" y="2506"/>
                </a:lnTo>
                <a:lnTo>
                  <a:pt x="8" y="2486"/>
                </a:lnTo>
                <a:lnTo>
                  <a:pt x="13" y="2467"/>
                </a:lnTo>
                <a:lnTo>
                  <a:pt x="18" y="2448"/>
                </a:lnTo>
                <a:lnTo>
                  <a:pt x="24" y="2428"/>
                </a:lnTo>
                <a:lnTo>
                  <a:pt x="31" y="2409"/>
                </a:lnTo>
                <a:lnTo>
                  <a:pt x="39" y="2390"/>
                </a:lnTo>
                <a:lnTo>
                  <a:pt x="48" y="2373"/>
                </a:lnTo>
                <a:lnTo>
                  <a:pt x="58" y="2354"/>
                </a:lnTo>
                <a:lnTo>
                  <a:pt x="69" y="2336"/>
                </a:lnTo>
                <a:lnTo>
                  <a:pt x="81" y="2320"/>
                </a:lnTo>
                <a:lnTo>
                  <a:pt x="94" y="2303"/>
                </a:lnTo>
                <a:lnTo>
                  <a:pt x="107" y="2287"/>
                </a:lnTo>
                <a:lnTo>
                  <a:pt x="122" y="2271"/>
                </a:lnTo>
                <a:lnTo>
                  <a:pt x="2265" y="121"/>
                </a:lnTo>
                <a:lnTo>
                  <a:pt x="2281" y="107"/>
                </a:lnTo>
                <a:lnTo>
                  <a:pt x="2296" y="93"/>
                </a:lnTo>
                <a:lnTo>
                  <a:pt x="2313" y="81"/>
                </a:lnTo>
                <a:lnTo>
                  <a:pt x="2330" y="69"/>
                </a:lnTo>
                <a:lnTo>
                  <a:pt x="2348" y="57"/>
                </a:lnTo>
                <a:lnTo>
                  <a:pt x="2365" y="48"/>
                </a:lnTo>
                <a:lnTo>
                  <a:pt x="2384" y="39"/>
                </a:lnTo>
                <a:lnTo>
                  <a:pt x="2403" y="30"/>
                </a:lnTo>
                <a:lnTo>
                  <a:pt x="2422" y="23"/>
                </a:lnTo>
                <a:lnTo>
                  <a:pt x="2440" y="17"/>
                </a:lnTo>
                <a:lnTo>
                  <a:pt x="2460" y="11"/>
                </a:lnTo>
                <a:lnTo>
                  <a:pt x="2480" y="7"/>
                </a:lnTo>
                <a:lnTo>
                  <a:pt x="2500" y="3"/>
                </a:lnTo>
                <a:lnTo>
                  <a:pt x="2519" y="1"/>
                </a:lnTo>
                <a:lnTo>
                  <a:pt x="2539" y="0"/>
                </a:lnTo>
                <a:lnTo>
                  <a:pt x="2559" y="0"/>
                </a:lnTo>
                <a:lnTo>
                  <a:pt x="2579" y="0"/>
                </a:lnTo>
                <a:lnTo>
                  <a:pt x="2599" y="1"/>
                </a:lnTo>
                <a:lnTo>
                  <a:pt x="2618" y="3"/>
                </a:lnTo>
                <a:lnTo>
                  <a:pt x="2638" y="7"/>
                </a:lnTo>
                <a:lnTo>
                  <a:pt x="2658" y="11"/>
                </a:lnTo>
                <a:lnTo>
                  <a:pt x="2677" y="17"/>
                </a:lnTo>
                <a:lnTo>
                  <a:pt x="2696" y="23"/>
                </a:lnTo>
                <a:lnTo>
                  <a:pt x="2715" y="30"/>
                </a:lnTo>
                <a:lnTo>
                  <a:pt x="2734" y="39"/>
                </a:lnTo>
                <a:lnTo>
                  <a:pt x="2752" y="48"/>
                </a:lnTo>
                <a:lnTo>
                  <a:pt x="2770" y="57"/>
                </a:lnTo>
                <a:lnTo>
                  <a:pt x="2788" y="69"/>
                </a:lnTo>
                <a:lnTo>
                  <a:pt x="2804" y="81"/>
                </a:lnTo>
                <a:lnTo>
                  <a:pt x="2821" y="93"/>
                </a:lnTo>
                <a:lnTo>
                  <a:pt x="2837" y="107"/>
                </a:lnTo>
                <a:lnTo>
                  <a:pt x="2853" y="121"/>
                </a:lnTo>
                <a:lnTo>
                  <a:pt x="5861" y="3140"/>
                </a:lnTo>
                <a:lnTo>
                  <a:pt x="6794" y="2204"/>
                </a:lnTo>
                <a:lnTo>
                  <a:pt x="6816" y="2183"/>
                </a:lnTo>
                <a:lnTo>
                  <a:pt x="6839" y="2162"/>
                </a:lnTo>
                <a:lnTo>
                  <a:pt x="6862" y="2143"/>
                </a:lnTo>
                <a:lnTo>
                  <a:pt x="6887" y="2125"/>
                </a:lnTo>
                <a:lnTo>
                  <a:pt x="6911" y="2107"/>
                </a:lnTo>
                <a:lnTo>
                  <a:pt x="6936" y="2090"/>
                </a:lnTo>
                <a:lnTo>
                  <a:pt x="6962" y="2075"/>
                </a:lnTo>
                <a:lnTo>
                  <a:pt x="6988" y="2059"/>
                </a:lnTo>
                <a:lnTo>
                  <a:pt x="7015" y="2046"/>
                </a:lnTo>
                <a:lnTo>
                  <a:pt x="7042" y="2034"/>
                </a:lnTo>
                <a:lnTo>
                  <a:pt x="7069" y="2022"/>
                </a:lnTo>
                <a:lnTo>
                  <a:pt x="7097" y="2012"/>
                </a:lnTo>
                <a:lnTo>
                  <a:pt x="7125" y="2002"/>
                </a:lnTo>
                <a:lnTo>
                  <a:pt x="7153" y="1994"/>
                </a:lnTo>
                <a:lnTo>
                  <a:pt x="7182" y="1987"/>
                </a:lnTo>
                <a:lnTo>
                  <a:pt x="7211" y="1980"/>
                </a:lnTo>
                <a:lnTo>
                  <a:pt x="7240" y="1975"/>
                </a:lnTo>
                <a:lnTo>
                  <a:pt x="7269" y="1971"/>
                </a:lnTo>
                <a:lnTo>
                  <a:pt x="7299" y="1968"/>
                </a:lnTo>
                <a:lnTo>
                  <a:pt x="7327" y="1966"/>
                </a:lnTo>
                <a:lnTo>
                  <a:pt x="7357" y="1965"/>
                </a:lnTo>
                <a:lnTo>
                  <a:pt x="7387" y="1965"/>
                </a:lnTo>
                <a:lnTo>
                  <a:pt x="7417" y="1966"/>
                </a:lnTo>
                <a:lnTo>
                  <a:pt x="7446" y="1968"/>
                </a:lnTo>
                <a:lnTo>
                  <a:pt x="7476" y="1971"/>
                </a:lnTo>
                <a:lnTo>
                  <a:pt x="7506" y="1977"/>
                </a:lnTo>
                <a:lnTo>
                  <a:pt x="7535" y="1982"/>
                </a:lnTo>
                <a:lnTo>
                  <a:pt x="7565" y="1989"/>
                </a:lnTo>
                <a:lnTo>
                  <a:pt x="7595" y="1997"/>
                </a:lnTo>
                <a:lnTo>
                  <a:pt x="7623" y="2005"/>
                </a:lnTo>
                <a:lnTo>
                  <a:pt x="7653" y="2015"/>
                </a:lnTo>
                <a:lnTo>
                  <a:pt x="7682" y="2028"/>
                </a:lnTo>
                <a:lnTo>
                  <a:pt x="7718" y="2043"/>
                </a:lnTo>
                <a:lnTo>
                  <a:pt x="7754" y="2062"/>
                </a:lnTo>
                <a:lnTo>
                  <a:pt x="7788" y="2082"/>
                </a:lnTo>
                <a:lnTo>
                  <a:pt x="7822" y="2103"/>
                </a:lnTo>
                <a:lnTo>
                  <a:pt x="7854" y="2126"/>
                </a:lnTo>
                <a:lnTo>
                  <a:pt x="7886" y="2150"/>
                </a:lnTo>
                <a:lnTo>
                  <a:pt x="7916" y="2176"/>
                </a:lnTo>
                <a:lnTo>
                  <a:pt x="7945" y="2204"/>
                </a:lnTo>
                <a:lnTo>
                  <a:pt x="7973" y="2234"/>
                </a:lnTo>
                <a:lnTo>
                  <a:pt x="7999" y="2265"/>
                </a:lnTo>
                <a:lnTo>
                  <a:pt x="8025" y="2296"/>
                </a:lnTo>
                <a:lnTo>
                  <a:pt x="8048" y="2329"/>
                </a:lnTo>
                <a:lnTo>
                  <a:pt x="8069" y="2363"/>
                </a:lnTo>
                <a:lnTo>
                  <a:pt x="8088" y="2397"/>
                </a:lnTo>
                <a:lnTo>
                  <a:pt x="8106" y="2432"/>
                </a:lnTo>
                <a:lnTo>
                  <a:pt x="8122" y="2469"/>
                </a:lnTo>
                <a:lnTo>
                  <a:pt x="8137" y="2506"/>
                </a:lnTo>
                <a:lnTo>
                  <a:pt x="8149" y="2544"/>
                </a:lnTo>
                <a:lnTo>
                  <a:pt x="8160" y="2582"/>
                </a:lnTo>
                <a:lnTo>
                  <a:pt x="8169" y="2621"/>
                </a:lnTo>
                <a:lnTo>
                  <a:pt x="8175" y="2661"/>
                </a:lnTo>
                <a:lnTo>
                  <a:pt x="8180" y="2700"/>
                </a:lnTo>
                <a:lnTo>
                  <a:pt x="8183" y="2741"/>
                </a:lnTo>
                <a:lnTo>
                  <a:pt x="8184" y="2782"/>
                </a:lnTo>
                <a:lnTo>
                  <a:pt x="8184" y="7393"/>
                </a:lnTo>
                <a:lnTo>
                  <a:pt x="8183" y="7433"/>
                </a:lnTo>
                <a:lnTo>
                  <a:pt x="8180" y="7473"/>
                </a:lnTo>
                <a:lnTo>
                  <a:pt x="8175" y="7513"/>
                </a:lnTo>
                <a:lnTo>
                  <a:pt x="8169" y="7553"/>
                </a:lnTo>
                <a:lnTo>
                  <a:pt x="8160" y="7591"/>
                </a:lnTo>
                <a:lnTo>
                  <a:pt x="8149" y="7630"/>
                </a:lnTo>
                <a:lnTo>
                  <a:pt x="8137" y="7667"/>
                </a:lnTo>
                <a:lnTo>
                  <a:pt x="8122" y="7705"/>
                </a:lnTo>
                <a:lnTo>
                  <a:pt x="8106" y="7741"/>
                </a:lnTo>
                <a:lnTo>
                  <a:pt x="8088" y="7778"/>
                </a:lnTo>
                <a:lnTo>
                  <a:pt x="8069" y="7812"/>
                </a:lnTo>
                <a:lnTo>
                  <a:pt x="8047" y="7846"/>
                </a:lnTo>
                <a:lnTo>
                  <a:pt x="8023" y="7879"/>
                </a:lnTo>
                <a:lnTo>
                  <a:pt x="7999" y="7911"/>
                </a:lnTo>
                <a:lnTo>
                  <a:pt x="7973" y="7941"/>
                </a:lnTo>
                <a:lnTo>
                  <a:pt x="7945" y="7971"/>
                </a:lnTo>
                <a:lnTo>
                  <a:pt x="7917" y="7998"/>
                </a:lnTo>
                <a:lnTo>
                  <a:pt x="7886" y="8025"/>
                </a:lnTo>
                <a:lnTo>
                  <a:pt x="7854" y="8049"/>
                </a:lnTo>
                <a:lnTo>
                  <a:pt x="7822" y="8072"/>
                </a:lnTo>
                <a:lnTo>
                  <a:pt x="7788" y="8093"/>
                </a:lnTo>
                <a:lnTo>
                  <a:pt x="7753" y="8113"/>
                </a:lnTo>
                <a:lnTo>
                  <a:pt x="7718" y="8131"/>
                </a:lnTo>
                <a:lnTo>
                  <a:pt x="7682" y="8147"/>
                </a:lnTo>
                <a:lnTo>
                  <a:pt x="7644" y="8161"/>
                </a:lnTo>
                <a:lnTo>
                  <a:pt x="7606" y="8175"/>
                </a:lnTo>
                <a:lnTo>
                  <a:pt x="7567" y="8185"/>
                </a:lnTo>
                <a:lnTo>
                  <a:pt x="7529" y="8193"/>
                </a:lnTo>
                <a:lnTo>
                  <a:pt x="7489" y="8201"/>
                </a:lnTo>
                <a:lnTo>
                  <a:pt x="7450" y="8206"/>
                </a:lnTo>
                <a:lnTo>
                  <a:pt x="7410" y="8209"/>
                </a:lnTo>
                <a:lnTo>
                  <a:pt x="7369" y="8210"/>
                </a:lnTo>
                <a:lnTo>
                  <a:pt x="2773" y="8210"/>
                </a:lnTo>
                <a:lnTo>
                  <a:pt x="2733" y="8209"/>
                </a:lnTo>
                <a:lnTo>
                  <a:pt x="2693" y="8206"/>
                </a:lnTo>
                <a:lnTo>
                  <a:pt x="2654" y="8201"/>
                </a:lnTo>
                <a:lnTo>
                  <a:pt x="2614" y="8195"/>
                </a:lnTo>
                <a:lnTo>
                  <a:pt x="2574" y="8186"/>
                </a:lnTo>
                <a:lnTo>
                  <a:pt x="2537" y="8175"/>
                </a:lnTo>
                <a:lnTo>
                  <a:pt x="2498" y="8163"/>
                </a:lnTo>
                <a:lnTo>
                  <a:pt x="2462" y="8148"/>
                </a:lnTo>
                <a:lnTo>
                  <a:pt x="2426" y="8132"/>
                </a:lnTo>
                <a:lnTo>
                  <a:pt x="2391" y="8114"/>
                </a:lnTo>
                <a:lnTo>
                  <a:pt x="2356" y="8094"/>
                </a:lnTo>
                <a:lnTo>
                  <a:pt x="2323" y="8073"/>
                </a:lnTo>
                <a:lnTo>
                  <a:pt x="2290" y="8050"/>
                </a:lnTo>
                <a:lnTo>
                  <a:pt x="2258" y="8025"/>
                </a:lnTo>
                <a:lnTo>
                  <a:pt x="2227" y="7998"/>
                </a:lnTo>
                <a:lnTo>
                  <a:pt x="2198" y="797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31" name="Freeform 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EditPoints="1"/>
          </p:cNvSpPr>
          <p:nvPr/>
        </p:nvSpPr>
        <p:spPr bwMode="auto">
          <a:xfrm>
            <a:off x="9317898" y="2275398"/>
            <a:ext cx="1562082" cy="1566663"/>
          </a:xfrm>
          <a:custGeom>
            <a:avLst/>
            <a:gdLst>
              <a:gd name="T0" fmla="*/ 4053 w 8184"/>
              <a:gd name="T1" fmla="*/ 5633 h 8210"/>
              <a:gd name="T2" fmla="*/ 4104 w 8184"/>
              <a:gd name="T3" fmla="*/ 5723 h 8210"/>
              <a:gd name="T4" fmla="*/ 4129 w 8184"/>
              <a:gd name="T5" fmla="*/ 5820 h 8210"/>
              <a:gd name="T6" fmla="*/ 4132 w 8184"/>
              <a:gd name="T7" fmla="*/ 5919 h 8210"/>
              <a:gd name="T8" fmla="*/ 4110 w 8184"/>
              <a:gd name="T9" fmla="*/ 6017 h 8210"/>
              <a:gd name="T10" fmla="*/ 4065 w 8184"/>
              <a:gd name="T11" fmla="*/ 6109 h 8210"/>
              <a:gd name="T12" fmla="*/ 2814 w 8184"/>
              <a:gd name="T13" fmla="*/ 7376 h 8210"/>
              <a:gd name="T14" fmla="*/ 6124 w 8184"/>
              <a:gd name="T15" fmla="*/ 4053 h 8210"/>
              <a:gd name="T16" fmla="*/ 6036 w 8184"/>
              <a:gd name="T17" fmla="*/ 4108 h 8210"/>
              <a:gd name="T18" fmla="*/ 5940 w 8184"/>
              <a:gd name="T19" fmla="*/ 4139 h 8210"/>
              <a:gd name="T20" fmla="*/ 5841 w 8184"/>
              <a:gd name="T21" fmla="*/ 4146 h 8210"/>
              <a:gd name="T22" fmla="*/ 5743 w 8184"/>
              <a:gd name="T23" fmla="*/ 4130 h 8210"/>
              <a:gd name="T24" fmla="*/ 5650 w 8184"/>
              <a:gd name="T25" fmla="*/ 4089 h 8210"/>
              <a:gd name="T26" fmla="*/ 5567 w 8184"/>
              <a:gd name="T27" fmla="*/ 4024 h 8210"/>
              <a:gd name="T28" fmla="*/ 2144 w 8184"/>
              <a:gd name="T29" fmla="*/ 7911 h 8210"/>
              <a:gd name="T30" fmla="*/ 2038 w 8184"/>
              <a:gd name="T31" fmla="*/ 7742 h 8210"/>
              <a:gd name="T32" fmla="*/ 1983 w 8184"/>
              <a:gd name="T33" fmla="*/ 7589 h 8210"/>
              <a:gd name="T34" fmla="*/ 1960 w 8184"/>
              <a:gd name="T35" fmla="*/ 7441 h 8210"/>
              <a:gd name="T36" fmla="*/ 1965 w 8184"/>
              <a:gd name="T37" fmla="*/ 7292 h 8210"/>
              <a:gd name="T38" fmla="*/ 1996 w 8184"/>
              <a:gd name="T39" fmla="*/ 7148 h 8210"/>
              <a:gd name="T40" fmla="*/ 2054 w 8184"/>
              <a:gd name="T41" fmla="*/ 7010 h 8210"/>
              <a:gd name="T42" fmla="*/ 2137 w 8184"/>
              <a:gd name="T43" fmla="*/ 6884 h 8210"/>
              <a:gd name="T44" fmla="*/ 122 w 8184"/>
              <a:gd name="T45" fmla="*/ 2861 h 8210"/>
              <a:gd name="T46" fmla="*/ 58 w 8184"/>
              <a:gd name="T47" fmla="*/ 2778 h 8210"/>
              <a:gd name="T48" fmla="*/ 18 w 8184"/>
              <a:gd name="T49" fmla="*/ 2685 h 8210"/>
              <a:gd name="T50" fmla="*/ 2 w 8184"/>
              <a:gd name="T51" fmla="*/ 2587 h 8210"/>
              <a:gd name="T52" fmla="*/ 8 w 8184"/>
              <a:gd name="T53" fmla="*/ 2486 h 8210"/>
              <a:gd name="T54" fmla="*/ 39 w 8184"/>
              <a:gd name="T55" fmla="*/ 2390 h 8210"/>
              <a:gd name="T56" fmla="*/ 94 w 8184"/>
              <a:gd name="T57" fmla="*/ 2303 h 8210"/>
              <a:gd name="T58" fmla="*/ 2296 w 8184"/>
              <a:gd name="T59" fmla="*/ 93 h 8210"/>
              <a:gd name="T60" fmla="*/ 2384 w 8184"/>
              <a:gd name="T61" fmla="*/ 39 h 8210"/>
              <a:gd name="T62" fmla="*/ 2480 w 8184"/>
              <a:gd name="T63" fmla="*/ 7 h 8210"/>
              <a:gd name="T64" fmla="*/ 2579 w 8184"/>
              <a:gd name="T65" fmla="*/ 0 h 8210"/>
              <a:gd name="T66" fmla="*/ 2677 w 8184"/>
              <a:gd name="T67" fmla="*/ 17 h 8210"/>
              <a:gd name="T68" fmla="*/ 2770 w 8184"/>
              <a:gd name="T69" fmla="*/ 57 h 8210"/>
              <a:gd name="T70" fmla="*/ 2853 w 8184"/>
              <a:gd name="T71" fmla="*/ 121 h 8210"/>
              <a:gd name="T72" fmla="*/ 6862 w 8184"/>
              <a:gd name="T73" fmla="*/ 2143 h 8210"/>
              <a:gd name="T74" fmla="*/ 6988 w 8184"/>
              <a:gd name="T75" fmla="*/ 2059 h 8210"/>
              <a:gd name="T76" fmla="*/ 7125 w 8184"/>
              <a:gd name="T77" fmla="*/ 2002 h 8210"/>
              <a:gd name="T78" fmla="*/ 7269 w 8184"/>
              <a:gd name="T79" fmla="*/ 1971 h 8210"/>
              <a:gd name="T80" fmla="*/ 7417 w 8184"/>
              <a:gd name="T81" fmla="*/ 1966 h 8210"/>
              <a:gd name="T82" fmla="*/ 7565 w 8184"/>
              <a:gd name="T83" fmla="*/ 1989 h 8210"/>
              <a:gd name="T84" fmla="*/ 7718 w 8184"/>
              <a:gd name="T85" fmla="*/ 2043 h 8210"/>
              <a:gd name="T86" fmla="*/ 7886 w 8184"/>
              <a:gd name="T87" fmla="*/ 2150 h 8210"/>
              <a:gd name="T88" fmla="*/ 8025 w 8184"/>
              <a:gd name="T89" fmla="*/ 2296 h 8210"/>
              <a:gd name="T90" fmla="*/ 8122 w 8184"/>
              <a:gd name="T91" fmla="*/ 2469 h 8210"/>
              <a:gd name="T92" fmla="*/ 8175 w 8184"/>
              <a:gd name="T93" fmla="*/ 2661 h 8210"/>
              <a:gd name="T94" fmla="*/ 8183 w 8184"/>
              <a:gd name="T95" fmla="*/ 7433 h 8210"/>
              <a:gd name="T96" fmla="*/ 8149 w 8184"/>
              <a:gd name="T97" fmla="*/ 7630 h 8210"/>
              <a:gd name="T98" fmla="*/ 8069 w 8184"/>
              <a:gd name="T99" fmla="*/ 7812 h 8210"/>
              <a:gd name="T100" fmla="*/ 7945 w 8184"/>
              <a:gd name="T101" fmla="*/ 7971 h 8210"/>
              <a:gd name="T102" fmla="*/ 7788 w 8184"/>
              <a:gd name="T103" fmla="*/ 8093 h 8210"/>
              <a:gd name="T104" fmla="*/ 7606 w 8184"/>
              <a:gd name="T105" fmla="*/ 8175 h 8210"/>
              <a:gd name="T106" fmla="*/ 7410 w 8184"/>
              <a:gd name="T107" fmla="*/ 8209 h 8210"/>
              <a:gd name="T108" fmla="*/ 2654 w 8184"/>
              <a:gd name="T109" fmla="*/ 8201 h 8210"/>
              <a:gd name="T110" fmla="*/ 2462 w 8184"/>
              <a:gd name="T111" fmla="*/ 8148 h 8210"/>
              <a:gd name="T112" fmla="*/ 2290 w 8184"/>
              <a:gd name="T113" fmla="*/ 8050 h 8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184" h="8210">
                <a:moveTo>
                  <a:pt x="1004" y="2566"/>
                </a:moveTo>
                <a:lnTo>
                  <a:pt x="4012" y="5585"/>
                </a:lnTo>
                <a:lnTo>
                  <a:pt x="4027" y="5600"/>
                </a:lnTo>
                <a:lnTo>
                  <a:pt x="4041" y="5616"/>
                </a:lnTo>
                <a:lnTo>
                  <a:pt x="4053" y="5633"/>
                </a:lnTo>
                <a:lnTo>
                  <a:pt x="4065" y="5650"/>
                </a:lnTo>
                <a:lnTo>
                  <a:pt x="4076" y="5668"/>
                </a:lnTo>
                <a:lnTo>
                  <a:pt x="4086" y="5685"/>
                </a:lnTo>
                <a:lnTo>
                  <a:pt x="4095" y="5704"/>
                </a:lnTo>
                <a:lnTo>
                  <a:pt x="4104" y="5723"/>
                </a:lnTo>
                <a:lnTo>
                  <a:pt x="4110" y="5741"/>
                </a:lnTo>
                <a:lnTo>
                  <a:pt x="4117" y="5760"/>
                </a:lnTo>
                <a:lnTo>
                  <a:pt x="4122" y="5780"/>
                </a:lnTo>
                <a:lnTo>
                  <a:pt x="4126" y="5800"/>
                </a:lnTo>
                <a:lnTo>
                  <a:pt x="4129" y="5820"/>
                </a:lnTo>
                <a:lnTo>
                  <a:pt x="4132" y="5840"/>
                </a:lnTo>
                <a:lnTo>
                  <a:pt x="4133" y="5859"/>
                </a:lnTo>
                <a:lnTo>
                  <a:pt x="4133" y="5879"/>
                </a:lnTo>
                <a:lnTo>
                  <a:pt x="4133" y="5899"/>
                </a:lnTo>
                <a:lnTo>
                  <a:pt x="4132" y="5919"/>
                </a:lnTo>
                <a:lnTo>
                  <a:pt x="4129" y="5939"/>
                </a:lnTo>
                <a:lnTo>
                  <a:pt x="4126" y="5959"/>
                </a:lnTo>
                <a:lnTo>
                  <a:pt x="4122" y="5979"/>
                </a:lnTo>
                <a:lnTo>
                  <a:pt x="4117" y="5998"/>
                </a:lnTo>
                <a:lnTo>
                  <a:pt x="4110" y="6017"/>
                </a:lnTo>
                <a:lnTo>
                  <a:pt x="4104" y="6036"/>
                </a:lnTo>
                <a:lnTo>
                  <a:pt x="4095" y="6055"/>
                </a:lnTo>
                <a:lnTo>
                  <a:pt x="4086" y="6073"/>
                </a:lnTo>
                <a:lnTo>
                  <a:pt x="4076" y="6091"/>
                </a:lnTo>
                <a:lnTo>
                  <a:pt x="4065" y="6109"/>
                </a:lnTo>
                <a:lnTo>
                  <a:pt x="4053" y="6125"/>
                </a:lnTo>
                <a:lnTo>
                  <a:pt x="4041" y="6143"/>
                </a:lnTo>
                <a:lnTo>
                  <a:pt x="4027" y="6158"/>
                </a:lnTo>
                <a:lnTo>
                  <a:pt x="4012" y="6174"/>
                </a:lnTo>
                <a:lnTo>
                  <a:pt x="2814" y="7376"/>
                </a:lnTo>
                <a:lnTo>
                  <a:pt x="7353" y="7376"/>
                </a:lnTo>
                <a:lnTo>
                  <a:pt x="7353" y="2823"/>
                </a:lnTo>
                <a:lnTo>
                  <a:pt x="6155" y="4024"/>
                </a:lnTo>
                <a:lnTo>
                  <a:pt x="6139" y="4039"/>
                </a:lnTo>
                <a:lnTo>
                  <a:pt x="6124" y="4053"/>
                </a:lnTo>
                <a:lnTo>
                  <a:pt x="6107" y="4066"/>
                </a:lnTo>
                <a:lnTo>
                  <a:pt x="6089" y="4078"/>
                </a:lnTo>
                <a:lnTo>
                  <a:pt x="6072" y="4089"/>
                </a:lnTo>
                <a:lnTo>
                  <a:pt x="6054" y="4099"/>
                </a:lnTo>
                <a:lnTo>
                  <a:pt x="6036" y="4108"/>
                </a:lnTo>
                <a:lnTo>
                  <a:pt x="6018" y="4116"/>
                </a:lnTo>
                <a:lnTo>
                  <a:pt x="5998" y="4123"/>
                </a:lnTo>
                <a:lnTo>
                  <a:pt x="5980" y="4130"/>
                </a:lnTo>
                <a:lnTo>
                  <a:pt x="5960" y="4134"/>
                </a:lnTo>
                <a:lnTo>
                  <a:pt x="5940" y="4139"/>
                </a:lnTo>
                <a:lnTo>
                  <a:pt x="5921" y="4142"/>
                </a:lnTo>
                <a:lnTo>
                  <a:pt x="5900" y="4144"/>
                </a:lnTo>
                <a:lnTo>
                  <a:pt x="5881" y="4146"/>
                </a:lnTo>
                <a:lnTo>
                  <a:pt x="5861" y="4146"/>
                </a:lnTo>
                <a:lnTo>
                  <a:pt x="5841" y="4146"/>
                </a:lnTo>
                <a:lnTo>
                  <a:pt x="5821" y="4144"/>
                </a:lnTo>
                <a:lnTo>
                  <a:pt x="5801" y="4142"/>
                </a:lnTo>
                <a:lnTo>
                  <a:pt x="5782" y="4139"/>
                </a:lnTo>
                <a:lnTo>
                  <a:pt x="5762" y="4134"/>
                </a:lnTo>
                <a:lnTo>
                  <a:pt x="5743" y="4130"/>
                </a:lnTo>
                <a:lnTo>
                  <a:pt x="5723" y="4123"/>
                </a:lnTo>
                <a:lnTo>
                  <a:pt x="5705" y="4116"/>
                </a:lnTo>
                <a:lnTo>
                  <a:pt x="5686" y="4108"/>
                </a:lnTo>
                <a:lnTo>
                  <a:pt x="5667" y="4099"/>
                </a:lnTo>
                <a:lnTo>
                  <a:pt x="5650" y="4089"/>
                </a:lnTo>
                <a:lnTo>
                  <a:pt x="5632" y="4078"/>
                </a:lnTo>
                <a:lnTo>
                  <a:pt x="5616" y="4066"/>
                </a:lnTo>
                <a:lnTo>
                  <a:pt x="5599" y="4053"/>
                </a:lnTo>
                <a:lnTo>
                  <a:pt x="5583" y="4039"/>
                </a:lnTo>
                <a:lnTo>
                  <a:pt x="5567" y="4024"/>
                </a:lnTo>
                <a:lnTo>
                  <a:pt x="2559" y="1006"/>
                </a:lnTo>
                <a:lnTo>
                  <a:pt x="1004" y="2566"/>
                </a:lnTo>
                <a:close/>
                <a:moveTo>
                  <a:pt x="2198" y="7971"/>
                </a:moveTo>
                <a:lnTo>
                  <a:pt x="2170" y="7941"/>
                </a:lnTo>
                <a:lnTo>
                  <a:pt x="2144" y="7911"/>
                </a:lnTo>
                <a:lnTo>
                  <a:pt x="2119" y="7879"/>
                </a:lnTo>
                <a:lnTo>
                  <a:pt x="2096" y="7846"/>
                </a:lnTo>
                <a:lnTo>
                  <a:pt x="2075" y="7813"/>
                </a:lnTo>
                <a:lnTo>
                  <a:pt x="2055" y="7778"/>
                </a:lnTo>
                <a:lnTo>
                  <a:pt x="2038" y="7742"/>
                </a:lnTo>
                <a:lnTo>
                  <a:pt x="2021" y="7706"/>
                </a:lnTo>
                <a:lnTo>
                  <a:pt x="2010" y="7677"/>
                </a:lnTo>
                <a:lnTo>
                  <a:pt x="2000" y="7647"/>
                </a:lnTo>
                <a:lnTo>
                  <a:pt x="1991" y="7619"/>
                </a:lnTo>
                <a:lnTo>
                  <a:pt x="1983" y="7589"/>
                </a:lnTo>
                <a:lnTo>
                  <a:pt x="1976" y="7559"/>
                </a:lnTo>
                <a:lnTo>
                  <a:pt x="1971" y="7531"/>
                </a:lnTo>
                <a:lnTo>
                  <a:pt x="1966" y="7501"/>
                </a:lnTo>
                <a:lnTo>
                  <a:pt x="1963" y="7471"/>
                </a:lnTo>
                <a:lnTo>
                  <a:pt x="1960" y="7441"/>
                </a:lnTo>
                <a:lnTo>
                  <a:pt x="1959" y="7411"/>
                </a:lnTo>
                <a:lnTo>
                  <a:pt x="1959" y="7382"/>
                </a:lnTo>
                <a:lnTo>
                  <a:pt x="1960" y="7352"/>
                </a:lnTo>
                <a:lnTo>
                  <a:pt x="1962" y="7322"/>
                </a:lnTo>
                <a:lnTo>
                  <a:pt x="1965" y="7292"/>
                </a:lnTo>
                <a:lnTo>
                  <a:pt x="1970" y="7262"/>
                </a:lnTo>
                <a:lnTo>
                  <a:pt x="1974" y="7234"/>
                </a:lnTo>
                <a:lnTo>
                  <a:pt x="1981" y="7205"/>
                </a:lnTo>
                <a:lnTo>
                  <a:pt x="1988" y="7176"/>
                </a:lnTo>
                <a:lnTo>
                  <a:pt x="1996" y="7148"/>
                </a:lnTo>
                <a:lnTo>
                  <a:pt x="2006" y="7119"/>
                </a:lnTo>
                <a:lnTo>
                  <a:pt x="2016" y="7092"/>
                </a:lnTo>
                <a:lnTo>
                  <a:pt x="2028" y="7064"/>
                </a:lnTo>
                <a:lnTo>
                  <a:pt x="2040" y="7037"/>
                </a:lnTo>
                <a:lnTo>
                  <a:pt x="2054" y="7010"/>
                </a:lnTo>
                <a:lnTo>
                  <a:pt x="2069" y="6985"/>
                </a:lnTo>
                <a:lnTo>
                  <a:pt x="2084" y="6958"/>
                </a:lnTo>
                <a:lnTo>
                  <a:pt x="2100" y="6933"/>
                </a:lnTo>
                <a:lnTo>
                  <a:pt x="2118" y="6908"/>
                </a:lnTo>
                <a:lnTo>
                  <a:pt x="2137" y="6884"/>
                </a:lnTo>
                <a:lnTo>
                  <a:pt x="2155" y="6861"/>
                </a:lnTo>
                <a:lnTo>
                  <a:pt x="2176" y="6838"/>
                </a:lnTo>
                <a:lnTo>
                  <a:pt x="2198" y="6815"/>
                </a:lnTo>
                <a:lnTo>
                  <a:pt x="3131" y="5879"/>
                </a:lnTo>
                <a:lnTo>
                  <a:pt x="122" y="2861"/>
                </a:lnTo>
                <a:lnTo>
                  <a:pt x="107" y="2845"/>
                </a:lnTo>
                <a:lnTo>
                  <a:pt x="94" y="2829"/>
                </a:lnTo>
                <a:lnTo>
                  <a:pt x="81" y="2813"/>
                </a:lnTo>
                <a:lnTo>
                  <a:pt x="69" y="2795"/>
                </a:lnTo>
                <a:lnTo>
                  <a:pt x="58" y="2778"/>
                </a:lnTo>
                <a:lnTo>
                  <a:pt x="48" y="2760"/>
                </a:lnTo>
                <a:lnTo>
                  <a:pt x="39" y="2742"/>
                </a:lnTo>
                <a:lnTo>
                  <a:pt x="31" y="2724"/>
                </a:lnTo>
                <a:lnTo>
                  <a:pt x="24" y="2704"/>
                </a:lnTo>
                <a:lnTo>
                  <a:pt x="18" y="2685"/>
                </a:lnTo>
                <a:lnTo>
                  <a:pt x="13" y="2665"/>
                </a:lnTo>
                <a:lnTo>
                  <a:pt x="8" y="2646"/>
                </a:lnTo>
                <a:lnTo>
                  <a:pt x="5" y="2626"/>
                </a:lnTo>
                <a:lnTo>
                  <a:pt x="3" y="2607"/>
                </a:lnTo>
                <a:lnTo>
                  <a:pt x="2" y="2587"/>
                </a:lnTo>
                <a:lnTo>
                  <a:pt x="0" y="2566"/>
                </a:lnTo>
                <a:lnTo>
                  <a:pt x="2" y="2546"/>
                </a:lnTo>
                <a:lnTo>
                  <a:pt x="3" y="2526"/>
                </a:lnTo>
                <a:lnTo>
                  <a:pt x="5" y="2506"/>
                </a:lnTo>
                <a:lnTo>
                  <a:pt x="8" y="2486"/>
                </a:lnTo>
                <a:lnTo>
                  <a:pt x="13" y="2467"/>
                </a:lnTo>
                <a:lnTo>
                  <a:pt x="18" y="2448"/>
                </a:lnTo>
                <a:lnTo>
                  <a:pt x="24" y="2428"/>
                </a:lnTo>
                <a:lnTo>
                  <a:pt x="31" y="2409"/>
                </a:lnTo>
                <a:lnTo>
                  <a:pt x="39" y="2390"/>
                </a:lnTo>
                <a:lnTo>
                  <a:pt x="48" y="2373"/>
                </a:lnTo>
                <a:lnTo>
                  <a:pt x="58" y="2354"/>
                </a:lnTo>
                <a:lnTo>
                  <a:pt x="69" y="2336"/>
                </a:lnTo>
                <a:lnTo>
                  <a:pt x="81" y="2320"/>
                </a:lnTo>
                <a:lnTo>
                  <a:pt x="94" y="2303"/>
                </a:lnTo>
                <a:lnTo>
                  <a:pt x="107" y="2287"/>
                </a:lnTo>
                <a:lnTo>
                  <a:pt x="122" y="2271"/>
                </a:lnTo>
                <a:lnTo>
                  <a:pt x="2265" y="121"/>
                </a:lnTo>
                <a:lnTo>
                  <a:pt x="2281" y="107"/>
                </a:lnTo>
                <a:lnTo>
                  <a:pt x="2296" y="93"/>
                </a:lnTo>
                <a:lnTo>
                  <a:pt x="2313" y="81"/>
                </a:lnTo>
                <a:lnTo>
                  <a:pt x="2330" y="69"/>
                </a:lnTo>
                <a:lnTo>
                  <a:pt x="2348" y="57"/>
                </a:lnTo>
                <a:lnTo>
                  <a:pt x="2365" y="48"/>
                </a:lnTo>
                <a:lnTo>
                  <a:pt x="2384" y="39"/>
                </a:lnTo>
                <a:lnTo>
                  <a:pt x="2403" y="30"/>
                </a:lnTo>
                <a:lnTo>
                  <a:pt x="2422" y="23"/>
                </a:lnTo>
                <a:lnTo>
                  <a:pt x="2440" y="17"/>
                </a:lnTo>
                <a:lnTo>
                  <a:pt x="2460" y="11"/>
                </a:lnTo>
                <a:lnTo>
                  <a:pt x="2480" y="7"/>
                </a:lnTo>
                <a:lnTo>
                  <a:pt x="2500" y="3"/>
                </a:lnTo>
                <a:lnTo>
                  <a:pt x="2519" y="1"/>
                </a:lnTo>
                <a:lnTo>
                  <a:pt x="2539" y="0"/>
                </a:lnTo>
                <a:lnTo>
                  <a:pt x="2559" y="0"/>
                </a:lnTo>
                <a:lnTo>
                  <a:pt x="2579" y="0"/>
                </a:lnTo>
                <a:lnTo>
                  <a:pt x="2599" y="1"/>
                </a:lnTo>
                <a:lnTo>
                  <a:pt x="2618" y="3"/>
                </a:lnTo>
                <a:lnTo>
                  <a:pt x="2638" y="7"/>
                </a:lnTo>
                <a:lnTo>
                  <a:pt x="2658" y="11"/>
                </a:lnTo>
                <a:lnTo>
                  <a:pt x="2677" y="17"/>
                </a:lnTo>
                <a:lnTo>
                  <a:pt x="2696" y="23"/>
                </a:lnTo>
                <a:lnTo>
                  <a:pt x="2715" y="30"/>
                </a:lnTo>
                <a:lnTo>
                  <a:pt x="2734" y="39"/>
                </a:lnTo>
                <a:lnTo>
                  <a:pt x="2752" y="48"/>
                </a:lnTo>
                <a:lnTo>
                  <a:pt x="2770" y="57"/>
                </a:lnTo>
                <a:lnTo>
                  <a:pt x="2788" y="69"/>
                </a:lnTo>
                <a:lnTo>
                  <a:pt x="2804" y="81"/>
                </a:lnTo>
                <a:lnTo>
                  <a:pt x="2821" y="93"/>
                </a:lnTo>
                <a:lnTo>
                  <a:pt x="2837" y="107"/>
                </a:lnTo>
                <a:lnTo>
                  <a:pt x="2853" y="121"/>
                </a:lnTo>
                <a:lnTo>
                  <a:pt x="5861" y="3140"/>
                </a:lnTo>
                <a:lnTo>
                  <a:pt x="6794" y="2204"/>
                </a:lnTo>
                <a:lnTo>
                  <a:pt x="6816" y="2183"/>
                </a:lnTo>
                <a:lnTo>
                  <a:pt x="6839" y="2162"/>
                </a:lnTo>
                <a:lnTo>
                  <a:pt x="6862" y="2143"/>
                </a:lnTo>
                <a:lnTo>
                  <a:pt x="6887" y="2125"/>
                </a:lnTo>
                <a:lnTo>
                  <a:pt x="6911" y="2107"/>
                </a:lnTo>
                <a:lnTo>
                  <a:pt x="6936" y="2090"/>
                </a:lnTo>
                <a:lnTo>
                  <a:pt x="6962" y="2075"/>
                </a:lnTo>
                <a:lnTo>
                  <a:pt x="6988" y="2059"/>
                </a:lnTo>
                <a:lnTo>
                  <a:pt x="7015" y="2046"/>
                </a:lnTo>
                <a:lnTo>
                  <a:pt x="7042" y="2034"/>
                </a:lnTo>
                <a:lnTo>
                  <a:pt x="7069" y="2022"/>
                </a:lnTo>
                <a:lnTo>
                  <a:pt x="7097" y="2012"/>
                </a:lnTo>
                <a:lnTo>
                  <a:pt x="7125" y="2002"/>
                </a:lnTo>
                <a:lnTo>
                  <a:pt x="7153" y="1994"/>
                </a:lnTo>
                <a:lnTo>
                  <a:pt x="7182" y="1987"/>
                </a:lnTo>
                <a:lnTo>
                  <a:pt x="7211" y="1980"/>
                </a:lnTo>
                <a:lnTo>
                  <a:pt x="7240" y="1975"/>
                </a:lnTo>
                <a:lnTo>
                  <a:pt x="7269" y="1971"/>
                </a:lnTo>
                <a:lnTo>
                  <a:pt x="7299" y="1968"/>
                </a:lnTo>
                <a:lnTo>
                  <a:pt x="7327" y="1966"/>
                </a:lnTo>
                <a:lnTo>
                  <a:pt x="7357" y="1965"/>
                </a:lnTo>
                <a:lnTo>
                  <a:pt x="7387" y="1965"/>
                </a:lnTo>
                <a:lnTo>
                  <a:pt x="7417" y="1966"/>
                </a:lnTo>
                <a:lnTo>
                  <a:pt x="7446" y="1968"/>
                </a:lnTo>
                <a:lnTo>
                  <a:pt x="7476" y="1971"/>
                </a:lnTo>
                <a:lnTo>
                  <a:pt x="7506" y="1977"/>
                </a:lnTo>
                <a:lnTo>
                  <a:pt x="7535" y="1982"/>
                </a:lnTo>
                <a:lnTo>
                  <a:pt x="7565" y="1989"/>
                </a:lnTo>
                <a:lnTo>
                  <a:pt x="7595" y="1997"/>
                </a:lnTo>
                <a:lnTo>
                  <a:pt x="7623" y="2005"/>
                </a:lnTo>
                <a:lnTo>
                  <a:pt x="7653" y="2015"/>
                </a:lnTo>
                <a:lnTo>
                  <a:pt x="7682" y="2028"/>
                </a:lnTo>
                <a:lnTo>
                  <a:pt x="7718" y="2043"/>
                </a:lnTo>
                <a:lnTo>
                  <a:pt x="7754" y="2062"/>
                </a:lnTo>
                <a:lnTo>
                  <a:pt x="7788" y="2082"/>
                </a:lnTo>
                <a:lnTo>
                  <a:pt x="7822" y="2103"/>
                </a:lnTo>
                <a:lnTo>
                  <a:pt x="7854" y="2126"/>
                </a:lnTo>
                <a:lnTo>
                  <a:pt x="7886" y="2150"/>
                </a:lnTo>
                <a:lnTo>
                  <a:pt x="7916" y="2176"/>
                </a:lnTo>
                <a:lnTo>
                  <a:pt x="7945" y="2204"/>
                </a:lnTo>
                <a:lnTo>
                  <a:pt x="7973" y="2234"/>
                </a:lnTo>
                <a:lnTo>
                  <a:pt x="7999" y="2265"/>
                </a:lnTo>
                <a:lnTo>
                  <a:pt x="8025" y="2296"/>
                </a:lnTo>
                <a:lnTo>
                  <a:pt x="8048" y="2329"/>
                </a:lnTo>
                <a:lnTo>
                  <a:pt x="8069" y="2363"/>
                </a:lnTo>
                <a:lnTo>
                  <a:pt x="8088" y="2397"/>
                </a:lnTo>
                <a:lnTo>
                  <a:pt x="8106" y="2432"/>
                </a:lnTo>
                <a:lnTo>
                  <a:pt x="8122" y="2469"/>
                </a:lnTo>
                <a:lnTo>
                  <a:pt x="8137" y="2506"/>
                </a:lnTo>
                <a:lnTo>
                  <a:pt x="8149" y="2544"/>
                </a:lnTo>
                <a:lnTo>
                  <a:pt x="8160" y="2582"/>
                </a:lnTo>
                <a:lnTo>
                  <a:pt x="8169" y="2621"/>
                </a:lnTo>
                <a:lnTo>
                  <a:pt x="8175" y="2661"/>
                </a:lnTo>
                <a:lnTo>
                  <a:pt x="8180" y="2700"/>
                </a:lnTo>
                <a:lnTo>
                  <a:pt x="8183" y="2741"/>
                </a:lnTo>
                <a:lnTo>
                  <a:pt x="8184" y="2782"/>
                </a:lnTo>
                <a:lnTo>
                  <a:pt x="8184" y="7393"/>
                </a:lnTo>
                <a:lnTo>
                  <a:pt x="8183" y="7433"/>
                </a:lnTo>
                <a:lnTo>
                  <a:pt x="8180" y="7473"/>
                </a:lnTo>
                <a:lnTo>
                  <a:pt x="8175" y="7513"/>
                </a:lnTo>
                <a:lnTo>
                  <a:pt x="8169" y="7553"/>
                </a:lnTo>
                <a:lnTo>
                  <a:pt x="8160" y="7591"/>
                </a:lnTo>
                <a:lnTo>
                  <a:pt x="8149" y="7630"/>
                </a:lnTo>
                <a:lnTo>
                  <a:pt x="8137" y="7667"/>
                </a:lnTo>
                <a:lnTo>
                  <a:pt x="8122" y="7705"/>
                </a:lnTo>
                <a:lnTo>
                  <a:pt x="8106" y="7741"/>
                </a:lnTo>
                <a:lnTo>
                  <a:pt x="8088" y="7778"/>
                </a:lnTo>
                <a:lnTo>
                  <a:pt x="8069" y="7812"/>
                </a:lnTo>
                <a:lnTo>
                  <a:pt x="8047" y="7846"/>
                </a:lnTo>
                <a:lnTo>
                  <a:pt x="8023" y="7879"/>
                </a:lnTo>
                <a:lnTo>
                  <a:pt x="7999" y="7911"/>
                </a:lnTo>
                <a:lnTo>
                  <a:pt x="7973" y="7941"/>
                </a:lnTo>
                <a:lnTo>
                  <a:pt x="7945" y="7971"/>
                </a:lnTo>
                <a:lnTo>
                  <a:pt x="7917" y="7998"/>
                </a:lnTo>
                <a:lnTo>
                  <a:pt x="7886" y="8025"/>
                </a:lnTo>
                <a:lnTo>
                  <a:pt x="7854" y="8049"/>
                </a:lnTo>
                <a:lnTo>
                  <a:pt x="7822" y="8072"/>
                </a:lnTo>
                <a:lnTo>
                  <a:pt x="7788" y="8093"/>
                </a:lnTo>
                <a:lnTo>
                  <a:pt x="7753" y="8113"/>
                </a:lnTo>
                <a:lnTo>
                  <a:pt x="7718" y="8131"/>
                </a:lnTo>
                <a:lnTo>
                  <a:pt x="7682" y="8147"/>
                </a:lnTo>
                <a:lnTo>
                  <a:pt x="7644" y="8161"/>
                </a:lnTo>
                <a:lnTo>
                  <a:pt x="7606" y="8175"/>
                </a:lnTo>
                <a:lnTo>
                  <a:pt x="7567" y="8185"/>
                </a:lnTo>
                <a:lnTo>
                  <a:pt x="7529" y="8193"/>
                </a:lnTo>
                <a:lnTo>
                  <a:pt x="7489" y="8201"/>
                </a:lnTo>
                <a:lnTo>
                  <a:pt x="7450" y="8206"/>
                </a:lnTo>
                <a:lnTo>
                  <a:pt x="7410" y="8209"/>
                </a:lnTo>
                <a:lnTo>
                  <a:pt x="7369" y="8210"/>
                </a:lnTo>
                <a:lnTo>
                  <a:pt x="2773" y="8210"/>
                </a:lnTo>
                <a:lnTo>
                  <a:pt x="2733" y="8209"/>
                </a:lnTo>
                <a:lnTo>
                  <a:pt x="2693" y="8206"/>
                </a:lnTo>
                <a:lnTo>
                  <a:pt x="2654" y="8201"/>
                </a:lnTo>
                <a:lnTo>
                  <a:pt x="2614" y="8195"/>
                </a:lnTo>
                <a:lnTo>
                  <a:pt x="2574" y="8186"/>
                </a:lnTo>
                <a:lnTo>
                  <a:pt x="2537" y="8175"/>
                </a:lnTo>
                <a:lnTo>
                  <a:pt x="2498" y="8163"/>
                </a:lnTo>
                <a:lnTo>
                  <a:pt x="2462" y="8148"/>
                </a:lnTo>
                <a:lnTo>
                  <a:pt x="2426" y="8132"/>
                </a:lnTo>
                <a:lnTo>
                  <a:pt x="2391" y="8114"/>
                </a:lnTo>
                <a:lnTo>
                  <a:pt x="2356" y="8094"/>
                </a:lnTo>
                <a:lnTo>
                  <a:pt x="2323" y="8073"/>
                </a:lnTo>
                <a:lnTo>
                  <a:pt x="2290" y="8050"/>
                </a:lnTo>
                <a:lnTo>
                  <a:pt x="2258" y="8025"/>
                </a:lnTo>
                <a:lnTo>
                  <a:pt x="2227" y="7998"/>
                </a:lnTo>
                <a:lnTo>
                  <a:pt x="2198" y="797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32" name="Текст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1184882" y="4024706"/>
            <a:ext cx="1976813" cy="278718"/>
          </a:xfrm>
          <a:prstGeom prst="rect">
            <a:avLst/>
          </a:prstGeom>
        </p:spPr>
        <p:txBody>
          <a:bodyPr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个人免费</a:t>
            </a:r>
          </a:p>
        </p:txBody>
      </p:sp>
      <p:sp>
        <p:nvSpPr>
          <p:cNvPr id="33" name="Текст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3894858" y="4024706"/>
            <a:ext cx="1976813" cy="278718"/>
          </a:xfrm>
          <a:prstGeom prst="rect">
            <a:avLst/>
          </a:prstGeom>
        </p:spPr>
        <p:txBody>
          <a:bodyPr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机构订阅</a:t>
            </a:r>
          </a:p>
        </p:txBody>
      </p:sp>
      <p:sp>
        <p:nvSpPr>
          <p:cNvPr id="34" name="Текст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6594701" y="4024706"/>
            <a:ext cx="1976813" cy="278718"/>
          </a:xfrm>
          <a:prstGeom prst="rect">
            <a:avLst/>
          </a:prstGeom>
        </p:spPr>
        <p:txBody>
          <a:bodyPr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活动套餐</a:t>
            </a:r>
          </a:p>
        </p:txBody>
      </p:sp>
      <p:sp>
        <p:nvSpPr>
          <p:cNvPr id="35" name="Текст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9260683" y="4024706"/>
            <a:ext cx="1976813" cy="278718"/>
          </a:xfrm>
          <a:prstGeom prst="rect">
            <a:avLst/>
          </a:prstGeom>
        </p:spPr>
        <p:txBody>
          <a:bodyPr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商家赏金池</a:t>
            </a:r>
          </a:p>
        </p:txBody>
      </p:sp>
      <p:sp>
        <p:nvSpPr>
          <p:cNvPr id="36" name="Текст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3822525" y="4368089"/>
            <a:ext cx="2121478" cy="1455473"/>
          </a:xfrm>
          <a:prstGeom prst="rect">
            <a:avLst/>
          </a:prstGeom>
        </p:spPr>
        <p:txBody>
          <a:bodyPr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altLang="zh-CN" sz="115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校园、商场、交通运营方按站点年付，获得管理后台：员工工作流、存放位置追踪、认领审核与归还率分析。校园约 2,500 美元/站点/年。</a:t>
            </a:r>
          </a:p>
        </p:txBody>
      </p:sp>
      <p:sp>
        <p:nvSpPr>
          <p:cNvPr id="37" name="Текст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6522368" y="4368089"/>
            <a:ext cx="2121478" cy="1455473"/>
          </a:xfrm>
          <a:prstGeom prst="rect">
            <a:avLst/>
          </a:prstGeom>
        </p:spPr>
        <p:txBody>
          <a:bodyPr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altLang="zh-CN" sz="115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会议、音乐节、体育场馆的短期部署，活动期间上线独立品牌实例，约 300 美元/场。</a:t>
            </a:r>
          </a:p>
        </p:txBody>
      </p:sp>
      <p:sp>
        <p:nvSpPr>
          <p:cNvPr id="38" name="Текст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9188350" y="4368089"/>
            <a:ext cx="2121478" cy="1455473"/>
          </a:xfrm>
          <a:prstGeom prst="rect">
            <a:avLst/>
          </a:prstGeom>
        </p:spPr>
        <p:txBody>
          <a:bodyPr/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</a:pPr>
            <a:r>
              <a:rPr lang="en-US" altLang="zh-CN" sz="115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校园咖啡馆、书店、健身房赞助积分，拾得者兑换真实权益；平台只做托管与结算，从不自己出钱。</a:t>
            </a:r>
          </a:p>
        </p:txBody>
      </p:sp>
      <p:sp>
        <p:nvSpPr>
          <p:cNvPr id="16" name="TextBox 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612742" y="1314490"/>
            <a:ext cx="1103187" cy="26161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BUSINESS MODEL</a:t>
            </a:r>
          </a:p>
        </p:txBody>
      </p:sp>
      <p:sp>
        <p:nvSpPr>
          <p:cNvPr id="2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ig"/>
          <p:cNvSpPr txBox="1"/>
          <p:nvPr/>
        </p:nvSpPr>
        <p:spPr>
          <a:xfrm>
            <a:off x="520776" y="578176"/>
            <a:ext cx="70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000" b="1" spc="-100">
                <a:solidFill>
                  <a:schemeClr val="tx1">
                    <a:lumMod val="75000"/>
                    <a:lumOff val="25000"/>
                  </a:schemeClr>
                </a:solidFill>
                <a:latin typeface="Felix Titling" panose="04060505060202020A04" pitchFamily="82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MARKETING CHANNELS</a:t>
            </a:r>
          </a:p>
        </p:txBody>
      </p:sp>
      <p:sp>
        <p:nvSpPr>
          <p:cNvPr id="3" name="TitleTag"/>
          <p:cNvSpPr txBox="1"/>
          <p:nvPr/>
        </p:nvSpPr>
        <p:spPr>
          <a:xfrm>
            <a:off x="612742" y="1314490"/>
            <a:ext cx="1800000" cy="26161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HOW WE REACH USERS</a:t>
            </a:r>
          </a:p>
        </p:txBody>
      </p:sp>
      <p:sp>
        <p:nvSpPr>
          <p:cNvPr id="4" name="Ch0"/>
          <p:cNvSpPr txBox="1"/>
          <p:nvPr/>
        </p:nvSpPr>
        <p:spPr>
          <a:xfrm>
            <a:off x="612742" y="2000000"/>
            <a:ext cx="2700000" cy="3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保卫处合作</a:t>
            </a:r>
          </a:p>
        </p:txBody>
      </p:sp>
      <p:sp>
        <p:nvSpPr>
          <p:cNvPr id="5" name="Cd0"/>
          <p:cNvSpPr txBox="1"/>
          <p:nvPr/>
        </p:nvSpPr>
        <p:spPr>
          <a:xfrm>
            <a:off x="3500000" y="2000000"/>
            <a:ext cx="81000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100" b="1" dirty="0">
                <a:solidFill>
                  <a:schemeClr val="accent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零成本 — </a:t>
            </a:r>
            <a:r>
              <a:rPr lang="zh-CN" altLang="en-US" sz="11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背书加存量无主物品做种子数据，是信任的地基。</a:t>
            </a:r>
          </a:p>
        </p:txBody>
      </p:sp>
      <p:sp>
        <p:nvSpPr>
          <p:cNvPr id="6" name="Ch1"/>
          <p:cNvSpPr txBox="1"/>
          <p:nvPr/>
        </p:nvSpPr>
        <p:spPr>
          <a:xfrm>
            <a:off x="612742" y="2880000"/>
            <a:ext cx="2700000" cy="3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校园大使</a:t>
            </a:r>
          </a:p>
        </p:txBody>
      </p:sp>
      <p:sp>
        <p:nvSpPr>
          <p:cNvPr id="7" name="Cd1"/>
          <p:cNvSpPr txBox="1"/>
          <p:nvPr/>
        </p:nvSpPr>
        <p:spPr>
          <a:xfrm>
            <a:off x="3500000" y="2880000"/>
            <a:ext cx="8100000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100" b="1" dirty="0">
                <a:solidFill>
                  <a:schemeClr val="accent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¥</a:t>
            </a:r>
            <a:r>
              <a:rPr lang="zh-CN" altLang="en-US" sz="1100" b="1" dirty="0">
                <a:solidFill>
                  <a:schemeClr val="accent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500 / 学期 — </a:t>
            </a:r>
            <a:r>
              <a:rPr lang="zh-CN" altLang="en-US" sz="11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用同学影响同学，覆盖宿舍区与社团。</a:t>
            </a:r>
          </a:p>
        </p:txBody>
      </p:sp>
      <p:sp>
        <p:nvSpPr>
          <p:cNvPr id="8" name="Ch2"/>
          <p:cNvSpPr txBox="1"/>
          <p:nvPr/>
        </p:nvSpPr>
        <p:spPr>
          <a:xfrm>
            <a:off x="612742" y="3760000"/>
            <a:ext cx="2700000" cy="3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热点海报 + 二维码</a:t>
            </a:r>
          </a:p>
        </p:txBody>
      </p:sp>
      <p:sp>
        <p:nvSpPr>
          <p:cNvPr id="9" name="Cd2"/>
          <p:cNvSpPr txBox="1"/>
          <p:nvPr/>
        </p:nvSpPr>
        <p:spPr>
          <a:xfrm>
            <a:off x="3500000" y="3760000"/>
            <a:ext cx="8100000" cy="290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100" b="1" dirty="0">
                <a:solidFill>
                  <a:schemeClr val="accent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¥</a:t>
            </a:r>
            <a:r>
              <a:rPr lang="zh-CN" altLang="en-US" sz="1100" b="1" dirty="0">
                <a:solidFill>
                  <a:schemeClr val="accent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300 / 学期 — </a:t>
            </a:r>
            <a:r>
              <a:rPr lang="zh-CN" altLang="en-US" sz="11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投在图书馆、健身房、食堂等丢失高发点。</a:t>
            </a:r>
          </a:p>
        </p:txBody>
      </p:sp>
      <p:sp>
        <p:nvSpPr>
          <p:cNvPr id="10" name="Ch3"/>
          <p:cNvSpPr txBox="1"/>
          <p:nvPr/>
        </p:nvSpPr>
        <p:spPr>
          <a:xfrm>
            <a:off x="612742" y="4640000"/>
            <a:ext cx="2700000" cy="3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校园社媒与群聊</a:t>
            </a:r>
          </a:p>
        </p:txBody>
      </p:sp>
      <p:sp>
        <p:nvSpPr>
          <p:cNvPr id="11" name="Cd3"/>
          <p:cNvSpPr txBox="1"/>
          <p:nvPr/>
        </p:nvSpPr>
        <p:spPr>
          <a:xfrm>
            <a:off x="3500000" y="4640000"/>
            <a:ext cx="81000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100" b="1" dirty="0">
                <a:solidFill>
                  <a:schemeClr val="accent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免费 — </a:t>
            </a:r>
            <a:r>
              <a:rPr lang="zh-CN" altLang="en-US" sz="11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发布与引爆，借返校季等节点。</a:t>
            </a:r>
          </a:p>
        </p:txBody>
      </p:sp>
      <p:sp>
        <p:nvSpPr>
          <p:cNvPr id="12" name="Ch4"/>
          <p:cNvSpPr txBox="1"/>
          <p:nvPr/>
        </p:nvSpPr>
        <p:spPr>
          <a:xfrm>
            <a:off x="612742" y="5520000"/>
            <a:ext cx="2700000" cy="3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归还故事传播</a:t>
            </a:r>
          </a:p>
        </p:txBody>
      </p:sp>
      <p:sp>
        <p:nvSpPr>
          <p:cNvPr id="13" name="Cd4"/>
          <p:cNvSpPr txBox="1"/>
          <p:nvPr/>
        </p:nvSpPr>
        <p:spPr>
          <a:xfrm>
            <a:off x="3500000" y="5520000"/>
            <a:ext cx="8100000" cy="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100" b="1" dirty="0">
                <a:solidFill>
                  <a:schemeClr val="accent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零成本 — </a:t>
            </a:r>
            <a:r>
              <a:rPr lang="zh-CN" altLang="en-US" sz="11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每一次成功归还，都是最有说服力的广告。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8" b="226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Grp="1"/>
          </p:cNvSpPr>
          <p:nvPr>
            <p:ph type="body" sz="quarter" idx="25"/>
          </p:nvPr>
        </p:nvSpPr>
        <p:spPr>
          <a:xfrm>
            <a:off x="765109" y="1085850"/>
            <a:ext cx="920817" cy="4876800"/>
          </a:xfrm>
        </p:spPr>
        <p:txBody>
          <a:bodyPr/>
          <a:lstStyle/>
          <a:p>
            <a:r>
              <a:rPr lang="en-US" dirty="0"/>
              <a:t>FINANCIALS</a:t>
            </a:r>
          </a:p>
        </p:txBody>
      </p:sp>
      <p:sp>
        <p:nvSpPr>
          <p:cNvPr id="4" name="Text Placeholder 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Grp="1"/>
          </p:cNvSpPr>
          <p:nvPr>
            <p:ph type="body" sz="quarter" idx="27"/>
          </p:nvPr>
        </p:nvSpPr>
        <p:spPr>
          <a:xfrm>
            <a:off x="6372224" y="1296084"/>
            <a:ext cx="4876800" cy="646331"/>
          </a:xfrm>
          <a:noFill/>
        </p:spPr>
        <p:txBody>
          <a:bodyPr wrap="square" rtlCol="0">
            <a:spAutoFit/>
          </a:bodyPr>
          <a:lstStyle/>
          <a:p>
            <a:r>
              <a:rPr lang="en-US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Felix Titling" panose="04060505060202020A04" pitchFamily="82" charset="0"/>
                <a:ea typeface="Roboto Black" panose="02000000000000000000" pitchFamily="2" charset="0"/>
                <a:cs typeface="Arial" panose="020B0604020202020204" pitchFamily="34" charset="0"/>
              </a:rPr>
              <a:t>THREE-YEAR PLAN</a:t>
            </a:r>
          </a:p>
        </p:txBody>
      </p:sp>
      <p:sp>
        <p:nvSpPr>
          <p:cNvPr id="5" name="Text Placeholder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Grp="1"/>
          </p:cNvSpPr>
          <p:nvPr>
            <p:ph type="body" sz="quarter" idx="28"/>
          </p:nvPr>
        </p:nvSpPr>
        <p:spPr>
          <a:xfrm>
            <a:off x="6381750" y="1839206"/>
            <a:ext cx="4876800" cy="474489"/>
          </a:xfrm>
          <a:noFill/>
          <a:effectLst/>
        </p:spPr>
        <p:txBody>
          <a:bodyPr wrap="square" rtlCol="0">
            <a:spAutoFit/>
          </a:bodyPr>
          <a:lstStyle/>
          <a:p>
            <a:pPr defTabSz="2286000">
              <a:lnSpc>
                <a:spcPts val="3700"/>
              </a:lnSpc>
            </a:pPr>
            <a:r>
              <a:rPr lang="en-US" sz="1100" spc="300" dirty="0">
                <a:solidFill>
                  <a:schemeClr val="accent1"/>
                </a:solidFill>
                <a:latin typeface="Lato" panose="020F0502020204030203" pitchFamily="34" charset="0"/>
                <a:ea typeface="微软雅黑 Light" panose="020F0502020204030203" pitchFamily="34" charset="0"/>
                <a:cs typeface="Lato" panose="020F0502020204030203" pitchFamily="34" charset="0"/>
              </a:rPr>
              <a:t>第二年随首批订阅客户实现盈亏平衡（单位：美元）</a:t>
            </a:r>
          </a:p>
        </p:txBody>
      </p:sp>
      <p:sp>
        <p:nvSpPr>
          <p:cNvPr id="17" name="Frame 1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609600" y="1600200"/>
            <a:ext cx="2739291" cy="4572000"/>
          </a:xfrm>
          <a:prstGeom prst="frame">
            <a:avLst>
              <a:gd name="adj1" fmla="val 426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55" name="Subtitle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7315201" y="5551091"/>
            <a:ext cx="1828800" cy="311408"/>
          </a:xfrm>
          <a:prstGeom prst="rect">
            <a:avLst/>
          </a:prstGeom>
        </p:spPr>
        <p:txBody>
          <a:bodyPr vert="horz" lIns="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微软雅黑 Light" panose="020F0502020204030203" pitchFamily="34" charset="0"/>
                <a:cs typeface="Lato" panose="020F0502020204030203" pitchFamily="34" charset="0"/>
              </a:rPr>
              <a:t>每月核实归还</a:t>
            </a:r>
            <a:endParaRPr lang="en-US" sz="1335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6" name="Content Placeholder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7336137" y="5156201"/>
            <a:ext cx="1096665" cy="611596"/>
          </a:xfrm>
          <a:prstGeom prst="rect">
            <a:avLst/>
          </a:prstGeom>
          <a:noFill/>
        </p:spPr>
        <p:txBody>
          <a:bodyPr vert="horz" lIns="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535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150</a:t>
            </a:r>
          </a:p>
        </p:txBody>
      </p:sp>
      <p:grpSp>
        <p:nvGrpSpPr>
          <p:cNvPr id="59" name="Group 5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6400800" y="5278299"/>
            <a:ext cx="643467" cy="584200"/>
            <a:chOff x="1425575" y="5159375"/>
            <a:chExt cx="482600" cy="438150"/>
          </a:xfrm>
          <a:solidFill>
            <a:schemeClr val="tx1">
              <a:lumMod val="60000"/>
              <a:lumOff val="40000"/>
            </a:schemeClr>
          </a:solidFill>
        </p:grpSpPr>
        <p:sp>
          <p:nvSpPr>
            <p:cNvPr id="60" name="Freeform 6"/>
            <p:cNvSpPr>
              <a:spLocks noEditPoints="1"/>
            </p:cNvSpPr>
            <p:nvPr/>
          </p:nvSpPr>
          <p:spPr bwMode="auto">
            <a:xfrm>
              <a:off x="1425575" y="5159375"/>
              <a:ext cx="482600" cy="347662"/>
            </a:xfrm>
            <a:custGeom>
              <a:avLst/>
              <a:gdLst>
                <a:gd name="T0" fmla="*/ 118 w 128"/>
                <a:gd name="T1" fmla="*/ 0 h 92"/>
                <a:gd name="T2" fmla="*/ 10 w 128"/>
                <a:gd name="T3" fmla="*/ 0 h 92"/>
                <a:gd name="T4" fmla="*/ 0 w 128"/>
                <a:gd name="T5" fmla="*/ 10 h 92"/>
                <a:gd name="T6" fmla="*/ 0 w 128"/>
                <a:gd name="T7" fmla="*/ 82 h 92"/>
                <a:gd name="T8" fmla="*/ 10 w 128"/>
                <a:gd name="T9" fmla="*/ 92 h 92"/>
                <a:gd name="T10" fmla="*/ 118 w 128"/>
                <a:gd name="T11" fmla="*/ 92 h 92"/>
                <a:gd name="T12" fmla="*/ 128 w 128"/>
                <a:gd name="T13" fmla="*/ 82 h 92"/>
                <a:gd name="T14" fmla="*/ 128 w 128"/>
                <a:gd name="T15" fmla="*/ 10 h 92"/>
                <a:gd name="T16" fmla="*/ 118 w 128"/>
                <a:gd name="T17" fmla="*/ 0 h 92"/>
                <a:gd name="T18" fmla="*/ 64 w 128"/>
                <a:gd name="T19" fmla="*/ 87 h 92"/>
                <a:gd name="T20" fmla="*/ 60 w 128"/>
                <a:gd name="T21" fmla="*/ 83 h 92"/>
                <a:gd name="T22" fmla="*/ 64 w 128"/>
                <a:gd name="T23" fmla="*/ 79 h 92"/>
                <a:gd name="T24" fmla="*/ 68 w 128"/>
                <a:gd name="T25" fmla="*/ 83 h 92"/>
                <a:gd name="T26" fmla="*/ 64 w 128"/>
                <a:gd name="T27" fmla="*/ 87 h 92"/>
                <a:gd name="T28" fmla="*/ 120 w 128"/>
                <a:gd name="T29" fmla="*/ 66 h 92"/>
                <a:gd name="T30" fmla="*/ 111 w 128"/>
                <a:gd name="T31" fmla="*/ 74 h 92"/>
                <a:gd name="T32" fmla="*/ 16 w 128"/>
                <a:gd name="T33" fmla="*/ 74 h 92"/>
                <a:gd name="T34" fmla="*/ 7 w 128"/>
                <a:gd name="T35" fmla="*/ 66 h 92"/>
                <a:gd name="T36" fmla="*/ 7 w 128"/>
                <a:gd name="T37" fmla="*/ 15 h 92"/>
                <a:gd name="T38" fmla="*/ 16 w 128"/>
                <a:gd name="T39" fmla="*/ 7 h 92"/>
                <a:gd name="T40" fmla="*/ 111 w 128"/>
                <a:gd name="T41" fmla="*/ 7 h 92"/>
                <a:gd name="T42" fmla="*/ 120 w 128"/>
                <a:gd name="T43" fmla="*/ 15 h 92"/>
                <a:gd name="T44" fmla="*/ 120 w 128"/>
                <a:gd name="T45" fmla="*/ 6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8" h="92">
                  <a:moveTo>
                    <a:pt x="118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7"/>
                    <a:pt x="4" y="92"/>
                    <a:pt x="10" y="92"/>
                  </a:cubicBezTo>
                  <a:cubicBezTo>
                    <a:pt x="118" y="92"/>
                    <a:pt x="118" y="92"/>
                    <a:pt x="118" y="92"/>
                  </a:cubicBezTo>
                  <a:cubicBezTo>
                    <a:pt x="123" y="92"/>
                    <a:pt x="128" y="87"/>
                    <a:pt x="128" y="82"/>
                  </a:cubicBezTo>
                  <a:cubicBezTo>
                    <a:pt x="128" y="10"/>
                    <a:pt x="128" y="10"/>
                    <a:pt x="128" y="10"/>
                  </a:cubicBezTo>
                  <a:cubicBezTo>
                    <a:pt x="128" y="4"/>
                    <a:pt x="123" y="0"/>
                    <a:pt x="118" y="0"/>
                  </a:cubicBezTo>
                  <a:close/>
                  <a:moveTo>
                    <a:pt x="64" y="87"/>
                  </a:moveTo>
                  <a:cubicBezTo>
                    <a:pt x="62" y="87"/>
                    <a:pt x="60" y="85"/>
                    <a:pt x="60" y="83"/>
                  </a:cubicBezTo>
                  <a:cubicBezTo>
                    <a:pt x="60" y="81"/>
                    <a:pt x="62" y="79"/>
                    <a:pt x="64" y="79"/>
                  </a:cubicBezTo>
                  <a:cubicBezTo>
                    <a:pt x="66" y="79"/>
                    <a:pt x="68" y="81"/>
                    <a:pt x="68" y="83"/>
                  </a:cubicBezTo>
                  <a:cubicBezTo>
                    <a:pt x="68" y="85"/>
                    <a:pt x="66" y="87"/>
                    <a:pt x="64" y="87"/>
                  </a:cubicBezTo>
                  <a:close/>
                  <a:moveTo>
                    <a:pt x="120" y="66"/>
                  </a:moveTo>
                  <a:cubicBezTo>
                    <a:pt x="120" y="71"/>
                    <a:pt x="116" y="74"/>
                    <a:pt x="111" y="74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1" y="74"/>
                    <a:pt x="7" y="71"/>
                    <a:pt x="7" y="6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1"/>
                    <a:pt x="11" y="7"/>
                    <a:pt x="16" y="7"/>
                  </a:cubicBezTo>
                  <a:cubicBezTo>
                    <a:pt x="111" y="7"/>
                    <a:pt x="111" y="7"/>
                    <a:pt x="111" y="7"/>
                  </a:cubicBezTo>
                  <a:cubicBezTo>
                    <a:pt x="116" y="7"/>
                    <a:pt x="120" y="11"/>
                    <a:pt x="120" y="15"/>
                  </a:cubicBezTo>
                  <a:lnTo>
                    <a:pt x="120" y="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/>
            </a:p>
          </p:txBody>
        </p:sp>
        <p:sp>
          <p:nvSpPr>
            <p:cNvPr id="61" name="Freeform 7"/>
            <p:cNvSpPr/>
            <p:nvPr/>
          </p:nvSpPr>
          <p:spPr bwMode="auto">
            <a:xfrm>
              <a:off x="1546225" y="5562600"/>
              <a:ext cx="236538" cy="34925"/>
            </a:xfrm>
            <a:custGeom>
              <a:avLst/>
              <a:gdLst>
                <a:gd name="T0" fmla="*/ 63 w 63"/>
                <a:gd name="T1" fmla="*/ 5 h 9"/>
                <a:gd name="T2" fmla="*/ 58 w 63"/>
                <a:gd name="T3" fmla="*/ 9 h 9"/>
                <a:gd name="T4" fmla="*/ 6 w 63"/>
                <a:gd name="T5" fmla="*/ 9 h 9"/>
                <a:gd name="T6" fmla="*/ 0 w 63"/>
                <a:gd name="T7" fmla="*/ 5 h 9"/>
                <a:gd name="T8" fmla="*/ 0 w 63"/>
                <a:gd name="T9" fmla="*/ 5 h 9"/>
                <a:gd name="T10" fmla="*/ 6 w 63"/>
                <a:gd name="T11" fmla="*/ 0 h 9"/>
                <a:gd name="T12" fmla="*/ 58 w 63"/>
                <a:gd name="T13" fmla="*/ 0 h 9"/>
                <a:gd name="T14" fmla="*/ 63 w 63"/>
                <a:gd name="T15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" h="9">
                  <a:moveTo>
                    <a:pt x="63" y="5"/>
                  </a:moveTo>
                  <a:cubicBezTo>
                    <a:pt x="63" y="7"/>
                    <a:pt x="61" y="9"/>
                    <a:pt x="58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3" y="9"/>
                    <a:pt x="0" y="7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1" y="0"/>
                    <a:pt x="63" y="2"/>
                    <a:pt x="63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/>
            </a:p>
          </p:txBody>
        </p:sp>
        <p:sp>
          <p:nvSpPr>
            <p:cNvPr id="62" name="Freeform 8"/>
            <p:cNvSpPr/>
            <p:nvPr/>
          </p:nvSpPr>
          <p:spPr bwMode="auto">
            <a:xfrm>
              <a:off x="1606550" y="5514975"/>
              <a:ext cx="115888" cy="41275"/>
            </a:xfrm>
            <a:custGeom>
              <a:avLst/>
              <a:gdLst>
                <a:gd name="T0" fmla="*/ 31 w 31"/>
                <a:gd name="T1" fmla="*/ 11 h 11"/>
                <a:gd name="T2" fmla="*/ 30 w 31"/>
                <a:gd name="T3" fmla="*/ 0 h 11"/>
                <a:gd name="T4" fmla="*/ 2 w 31"/>
                <a:gd name="T5" fmla="*/ 0 h 11"/>
                <a:gd name="T6" fmla="*/ 0 w 31"/>
                <a:gd name="T7" fmla="*/ 11 h 11"/>
                <a:gd name="T8" fmla="*/ 31 w 31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1">
                  <a:moveTo>
                    <a:pt x="31" y="11"/>
                  </a:moveTo>
                  <a:cubicBezTo>
                    <a:pt x="31" y="7"/>
                    <a:pt x="30" y="4"/>
                    <a:pt x="3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4"/>
                    <a:pt x="1" y="7"/>
                    <a:pt x="0" y="11"/>
                  </a:cubicBezTo>
                  <a:lnTo>
                    <a:pt x="31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id-ID" sz="2400"/>
            </a:p>
          </p:txBody>
        </p:sp>
      </p:grpSp>
      <p:sp>
        <p:nvSpPr>
          <p:cNvPr id="63" name="Freeform 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EditPoints="1"/>
          </p:cNvSpPr>
          <p:nvPr/>
        </p:nvSpPr>
        <p:spPr bwMode="auto">
          <a:xfrm>
            <a:off x="9448801" y="5242984"/>
            <a:ext cx="317500" cy="639233"/>
          </a:xfrm>
          <a:custGeom>
            <a:avLst/>
            <a:gdLst>
              <a:gd name="T0" fmla="*/ 55 w 63"/>
              <a:gd name="T1" fmla="*/ 0 h 127"/>
              <a:gd name="T2" fmla="*/ 8 w 63"/>
              <a:gd name="T3" fmla="*/ 0 h 127"/>
              <a:gd name="T4" fmla="*/ 0 w 63"/>
              <a:gd name="T5" fmla="*/ 8 h 127"/>
              <a:gd name="T6" fmla="*/ 0 w 63"/>
              <a:gd name="T7" fmla="*/ 119 h 127"/>
              <a:gd name="T8" fmla="*/ 8 w 63"/>
              <a:gd name="T9" fmla="*/ 127 h 127"/>
              <a:gd name="T10" fmla="*/ 55 w 63"/>
              <a:gd name="T11" fmla="*/ 127 h 127"/>
              <a:gd name="T12" fmla="*/ 63 w 63"/>
              <a:gd name="T13" fmla="*/ 119 h 127"/>
              <a:gd name="T14" fmla="*/ 63 w 63"/>
              <a:gd name="T15" fmla="*/ 8 h 127"/>
              <a:gd name="T16" fmla="*/ 55 w 63"/>
              <a:gd name="T17" fmla="*/ 0 h 127"/>
              <a:gd name="T18" fmla="*/ 26 w 63"/>
              <a:gd name="T19" fmla="*/ 7 h 127"/>
              <a:gd name="T20" fmla="*/ 37 w 63"/>
              <a:gd name="T21" fmla="*/ 7 h 127"/>
              <a:gd name="T22" fmla="*/ 39 w 63"/>
              <a:gd name="T23" fmla="*/ 9 h 127"/>
              <a:gd name="T24" fmla="*/ 37 w 63"/>
              <a:gd name="T25" fmla="*/ 11 h 127"/>
              <a:gd name="T26" fmla="*/ 26 w 63"/>
              <a:gd name="T27" fmla="*/ 11 h 127"/>
              <a:gd name="T28" fmla="*/ 23 w 63"/>
              <a:gd name="T29" fmla="*/ 9 h 127"/>
              <a:gd name="T30" fmla="*/ 26 w 63"/>
              <a:gd name="T31" fmla="*/ 7 h 127"/>
              <a:gd name="T32" fmla="*/ 31 w 63"/>
              <a:gd name="T33" fmla="*/ 123 h 127"/>
              <a:gd name="T34" fmla="*/ 27 w 63"/>
              <a:gd name="T35" fmla="*/ 119 h 127"/>
              <a:gd name="T36" fmla="*/ 31 w 63"/>
              <a:gd name="T37" fmla="*/ 115 h 127"/>
              <a:gd name="T38" fmla="*/ 35 w 63"/>
              <a:gd name="T39" fmla="*/ 119 h 127"/>
              <a:gd name="T40" fmla="*/ 31 w 63"/>
              <a:gd name="T41" fmla="*/ 123 h 127"/>
              <a:gd name="T42" fmla="*/ 56 w 63"/>
              <a:gd name="T43" fmla="*/ 110 h 127"/>
              <a:gd name="T44" fmla="*/ 7 w 63"/>
              <a:gd name="T45" fmla="*/ 110 h 127"/>
              <a:gd name="T46" fmla="*/ 7 w 63"/>
              <a:gd name="T47" fmla="*/ 18 h 127"/>
              <a:gd name="T48" fmla="*/ 56 w 63"/>
              <a:gd name="T49" fmla="*/ 18 h 127"/>
              <a:gd name="T50" fmla="*/ 56 w 63"/>
              <a:gd name="T51" fmla="*/ 110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3" h="127">
                <a:moveTo>
                  <a:pt x="55" y="0"/>
                </a:moveTo>
                <a:cubicBezTo>
                  <a:pt x="8" y="0"/>
                  <a:pt x="8" y="0"/>
                  <a:pt x="8" y="0"/>
                </a:cubicBezTo>
                <a:cubicBezTo>
                  <a:pt x="3" y="0"/>
                  <a:pt x="0" y="4"/>
                  <a:pt x="0" y="8"/>
                </a:cubicBezTo>
                <a:cubicBezTo>
                  <a:pt x="0" y="119"/>
                  <a:pt x="0" y="119"/>
                  <a:pt x="0" y="119"/>
                </a:cubicBezTo>
                <a:cubicBezTo>
                  <a:pt x="0" y="124"/>
                  <a:pt x="3" y="127"/>
                  <a:pt x="8" y="127"/>
                </a:cubicBezTo>
                <a:cubicBezTo>
                  <a:pt x="55" y="127"/>
                  <a:pt x="55" y="127"/>
                  <a:pt x="55" y="127"/>
                </a:cubicBezTo>
                <a:cubicBezTo>
                  <a:pt x="60" y="127"/>
                  <a:pt x="63" y="124"/>
                  <a:pt x="63" y="119"/>
                </a:cubicBezTo>
                <a:cubicBezTo>
                  <a:pt x="63" y="8"/>
                  <a:pt x="63" y="8"/>
                  <a:pt x="63" y="8"/>
                </a:cubicBezTo>
                <a:cubicBezTo>
                  <a:pt x="63" y="4"/>
                  <a:pt x="60" y="0"/>
                  <a:pt x="55" y="0"/>
                </a:cubicBezTo>
                <a:close/>
                <a:moveTo>
                  <a:pt x="26" y="7"/>
                </a:moveTo>
                <a:cubicBezTo>
                  <a:pt x="37" y="7"/>
                  <a:pt x="37" y="7"/>
                  <a:pt x="37" y="7"/>
                </a:cubicBezTo>
                <a:cubicBezTo>
                  <a:pt x="38" y="7"/>
                  <a:pt x="39" y="8"/>
                  <a:pt x="39" y="9"/>
                </a:cubicBezTo>
                <a:cubicBezTo>
                  <a:pt x="39" y="10"/>
                  <a:pt x="38" y="11"/>
                  <a:pt x="37" y="11"/>
                </a:cubicBezTo>
                <a:cubicBezTo>
                  <a:pt x="26" y="11"/>
                  <a:pt x="26" y="11"/>
                  <a:pt x="26" y="11"/>
                </a:cubicBezTo>
                <a:cubicBezTo>
                  <a:pt x="25" y="11"/>
                  <a:pt x="23" y="10"/>
                  <a:pt x="23" y="9"/>
                </a:cubicBezTo>
                <a:cubicBezTo>
                  <a:pt x="23" y="8"/>
                  <a:pt x="25" y="7"/>
                  <a:pt x="26" y="7"/>
                </a:cubicBezTo>
                <a:close/>
                <a:moveTo>
                  <a:pt x="31" y="123"/>
                </a:moveTo>
                <a:cubicBezTo>
                  <a:pt x="29" y="123"/>
                  <a:pt x="27" y="121"/>
                  <a:pt x="27" y="119"/>
                </a:cubicBezTo>
                <a:cubicBezTo>
                  <a:pt x="27" y="116"/>
                  <a:pt x="29" y="115"/>
                  <a:pt x="31" y="115"/>
                </a:cubicBezTo>
                <a:cubicBezTo>
                  <a:pt x="34" y="115"/>
                  <a:pt x="35" y="116"/>
                  <a:pt x="35" y="119"/>
                </a:cubicBezTo>
                <a:cubicBezTo>
                  <a:pt x="35" y="121"/>
                  <a:pt x="34" y="123"/>
                  <a:pt x="31" y="123"/>
                </a:cubicBezTo>
                <a:close/>
                <a:moveTo>
                  <a:pt x="56" y="110"/>
                </a:moveTo>
                <a:cubicBezTo>
                  <a:pt x="7" y="110"/>
                  <a:pt x="7" y="110"/>
                  <a:pt x="7" y="110"/>
                </a:cubicBezTo>
                <a:cubicBezTo>
                  <a:pt x="7" y="18"/>
                  <a:pt x="7" y="18"/>
                  <a:pt x="7" y="18"/>
                </a:cubicBezTo>
                <a:cubicBezTo>
                  <a:pt x="56" y="18"/>
                  <a:pt x="56" y="18"/>
                  <a:pt x="56" y="18"/>
                </a:cubicBezTo>
                <a:lnTo>
                  <a:pt x="56" y="11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id-ID" sz="2400"/>
          </a:p>
        </p:txBody>
      </p:sp>
      <p:sp>
        <p:nvSpPr>
          <p:cNvPr id="79" name="Subtitle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10058400" y="5596728"/>
            <a:ext cx="1828800" cy="311408"/>
          </a:xfrm>
          <a:prstGeom prst="rect">
            <a:avLst/>
          </a:prstGeom>
        </p:spPr>
        <p:txBody>
          <a:bodyPr vert="horz" lIns="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微软雅黑 Light" panose="020F0502020204030203" pitchFamily="34" charset="0"/>
                <a:cs typeface="Lato" panose="020F0502020204030203" pitchFamily="34" charset="0"/>
              </a:rPr>
              <a:t>目标毛利率</a:t>
            </a:r>
            <a:endParaRPr lang="en-US" sz="1335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0" name="Content Placeholder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10058401" y="5156201"/>
            <a:ext cx="1096665" cy="611596"/>
          </a:xfrm>
          <a:prstGeom prst="rect">
            <a:avLst/>
          </a:prstGeom>
          <a:noFill/>
        </p:spPr>
        <p:txBody>
          <a:bodyPr vert="horz" lIns="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535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85%</a:t>
            </a:r>
          </a:p>
        </p:txBody>
      </p:sp>
      <p:sp>
        <p:nvSpPr>
          <p:cNvPr id="6" name="文本占位符 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27" name="Chart 333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aphicFramePr/>
          <p:nvPr/>
        </p:nvGraphicFramePr>
        <p:xfrm>
          <a:off x="6096000" y="2292469"/>
          <a:ext cx="5800725" cy="30301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矩形 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2776653" y="1817649"/>
            <a:ext cx="289932" cy="2899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2"/>
          <a:stretch>
            <a:fillRect/>
          </a:stretch>
        </p:blipFill>
        <p:spPr bwMode="auto">
          <a:xfrm rot="16200000">
            <a:off x="2655277" y="-2655277"/>
            <a:ext cx="6881446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3734729" y="1284245"/>
            <a:ext cx="4769474" cy="4191003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  <a:effectLst>
            <a:outerShdw blurRad="127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3905715" y="1432929"/>
            <a:ext cx="4380570" cy="3849268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gradFill>
              <a:gsLst>
                <a:gs pos="0">
                  <a:schemeClr val="accent2"/>
                </a:gs>
                <a:gs pos="44000">
                  <a:schemeClr val="accent2">
                    <a:lumMod val="75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  <a:effectLst>
            <a:outerShdw blurRad="127000"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4089352" y="2556230"/>
            <a:ext cx="4274063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altLang="zh-CN" sz="80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elix Titling" panose="04060505060202020A04" pitchFamily="82" charset="0"/>
              </a:rPr>
              <a:t>Part FOUR</a:t>
            </a:r>
            <a:endParaRPr lang="zh-CN" altLang="en-US" sz="800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Felix Titling" panose="04060505060202020A04" pitchFamily="82" charset="0"/>
            </a:endParaRPr>
          </a:p>
        </p:txBody>
      </p:sp>
      <p:sp>
        <p:nvSpPr>
          <p:cNvPr id="9" name="文本框 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 rot="16200000">
            <a:off x="5734696" y="1376079"/>
            <a:ext cx="923330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US" altLang="zh-CN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rPr>
              <a:t>04.</a:t>
            </a:r>
            <a:endParaRPr lang="zh-CN" altLang="en-US" sz="4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akuyoxingshu7000" panose="02000600000000000000" pitchFamily="2" charset="-122"/>
              <a:ea typeface="hakuyoxingshu7000" panose="02000600000000000000" pitchFamily="2" charset="-122"/>
              <a:cs typeface="hakuyoxingshu7000" panose="02000600000000000000" pitchFamily="2" charset="-122"/>
            </a:endParaRPr>
          </a:p>
        </p:txBody>
      </p:sp>
      <p:sp>
        <p:nvSpPr>
          <p:cNvPr id="10" name="文本框 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3483573" y="4559843"/>
            <a:ext cx="5403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dirty="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锐字云字库细圆体1.0" panose="02010604000000000000" pitchFamily="2" charset="-122"/>
                <a:ea typeface="微软雅黑 Light" panose="02010604000000000000" pitchFamily="2" charset="-122"/>
              </a:rPr>
              <a:t>路线图与指标 · Roadmap</a:t>
            </a:r>
            <a:endParaRPr lang="zh-CN" altLang="en-US" sz="2000" dirty="0">
              <a:ln w="0"/>
              <a:solidFill>
                <a:schemeClr val="accent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锐字云字库细圆体1.0" panose="02010604000000000000" pitchFamily="2" charset="-122"/>
              <a:ea typeface="锐字云字库细圆体1.0" panose="02010604000000000000" pitchFamily="2" charset="-122"/>
            </a:endParaRPr>
          </a:p>
        </p:txBody>
      </p:sp>
      <p:grpSp>
        <p:nvGrpSpPr>
          <p:cNvPr id="11" name="组合 1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3472422" y="6040942"/>
            <a:ext cx="5403274" cy="402957"/>
            <a:chOff x="3394362" y="4903518"/>
            <a:chExt cx="5403274" cy="402957"/>
          </a:xfrm>
        </p:grpSpPr>
        <p:sp>
          <p:nvSpPr>
            <p:cNvPr id="12" name="圆角矩形 11"/>
            <p:cNvSpPr/>
            <p:nvPr/>
          </p:nvSpPr>
          <p:spPr>
            <a:xfrm>
              <a:off x="5251341" y="4903518"/>
              <a:ext cx="1689316" cy="402957"/>
            </a:xfrm>
            <a:prstGeom prst="roundRect">
              <a:avLst>
                <a:gd name="adj" fmla="val 33908"/>
              </a:avLst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394362" y="4943204"/>
              <a:ext cx="54032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2"/>
                  </a:solidFill>
                  <a:latin typeface="锐字云字库细圆体1.0" panose="02010604000000000000" pitchFamily="2" charset="-122"/>
                  <a:ea typeface="微软雅黑 Light" panose="02010604000000000000" pitchFamily="2" charset="-122"/>
                </a:rPr>
                <a:t>8 个月跑通试点 →</a:t>
              </a:r>
            </a:p>
          </p:txBody>
        </p:sp>
      </p:grpSp>
      <p:sp>
        <p:nvSpPr>
          <p:cNvPr id="2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60" b="27960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 rot="10800000" flipH="1" flipV="1">
            <a:off x="0" y="0"/>
            <a:ext cx="12192000" cy="3609352"/>
          </a:xfrm>
          <a:prstGeom prst="rect">
            <a:avLst/>
          </a:prstGeom>
          <a:gradFill flip="none" rotWithShape="1">
            <a:gsLst>
              <a:gs pos="1000">
                <a:schemeClr val="accent1">
                  <a:alpha val="29000"/>
                </a:schemeClr>
              </a:gs>
              <a:gs pos="100000">
                <a:schemeClr val="accent5">
                  <a:lumMod val="50000"/>
                  <a:alpha val="59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id-ID" dirty="0">
              <a:solidFill>
                <a:schemeClr val="tx1"/>
              </a:solidFill>
              <a:latin typeface="Raleway" panose="020B0604020202020204" charset="0"/>
            </a:endParaRPr>
          </a:p>
        </p:txBody>
      </p:sp>
      <p:grpSp>
        <p:nvGrpSpPr>
          <p:cNvPr id="16" name="Group 1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400050" y="3742702"/>
            <a:ext cx="4225914" cy="1856887"/>
            <a:chOff x="402722" y="4039987"/>
            <a:chExt cx="4225914" cy="1856887"/>
          </a:xfrm>
        </p:grpSpPr>
        <p:sp>
          <p:nvSpPr>
            <p:cNvPr id="7" name="Rectangle 6"/>
            <p:cNvSpPr/>
            <p:nvPr/>
          </p:nvSpPr>
          <p:spPr>
            <a:xfrm>
              <a:off x="402722" y="4039987"/>
              <a:ext cx="1734155" cy="14219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id-ID" sz="7200" dirty="0">
                  <a:solidFill>
                    <a:schemeClr val="bg2">
                      <a:lumMod val="9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01</a:t>
              </a:r>
              <a:endParaRPr lang="en-US" sz="720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989098" y="4893178"/>
              <a:ext cx="3639538" cy="1003696"/>
              <a:chOff x="777704" y="4771750"/>
              <a:chExt cx="3639538" cy="1003696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777704" y="5072305"/>
                <a:ext cx="2330982" cy="7031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50" dirty="0">
                    <a:solidFill>
                      <a:schemeClr val="accent6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需求、UI 原型、匹配管线试做。出口：可点击原型加离线匹配演示。</a:t>
                </a:r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777704" y="4771750"/>
                <a:ext cx="3639538" cy="295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id-ID" sz="105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M1 设计 · 第 1–2 月</a:t>
                </a:r>
                <a:endParaRPr 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</p:grpSp>
      <p:grpSp>
        <p:nvGrpSpPr>
          <p:cNvPr id="17" name="Group 1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3281545" y="3742702"/>
            <a:ext cx="4225914" cy="1856887"/>
            <a:chOff x="402722" y="4039987"/>
            <a:chExt cx="4225914" cy="1856887"/>
          </a:xfrm>
        </p:grpSpPr>
        <p:sp>
          <p:nvSpPr>
            <p:cNvPr id="18" name="Rectangle 17"/>
            <p:cNvSpPr/>
            <p:nvPr/>
          </p:nvSpPr>
          <p:spPr>
            <a:xfrm>
              <a:off x="402722" y="4039987"/>
              <a:ext cx="2039365" cy="14219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id-ID" sz="7200" dirty="0">
                  <a:solidFill>
                    <a:schemeClr val="bg2">
                      <a:lumMod val="9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02</a:t>
              </a:r>
              <a:endParaRPr lang="en-US" sz="720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989098" y="4893178"/>
              <a:ext cx="3639538" cy="1003696"/>
              <a:chOff x="777704" y="4771750"/>
              <a:chExt cx="3639538" cy="1003696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77704" y="5072305"/>
                <a:ext cx="2330982" cy="7031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50" dirty="0">
                    <a:solidFill>
                      <a:schemeClr val="accent6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安卓端上报、浏览、图像加上下文匹配、推送。出口：测试集跑通端到端匹配。</a:t>
                </a: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777704" y="4771750"/>
                <a:ext cx="3639538" cy="295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id-ID" sz="105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M2 最小可用 · 第 3–5 月</a:t>
                </a:r>
                <a:endParaRPr 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</p:grpSp>
      <p:grpSp>
        <p:nvGrpSpPr>
          <p:cNvPr id="24" name="Group 2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6163040" y="3742702"/>
            <a:ext cx="4225914" cy="1856887"/>
            <a:chOff x="402722" y="4039987"/>
            <a:chExt cx="4225914" cy="1856887"/>
          </a:xfrm>
        </p:grpSpPr>
        <p:sp>
          <p:nvSpPr>
            <p:cNvPr id="25" name="Rectangle 24"/>
            <p:cNvSpPr/>
            <p:nvPr/>
          </p:nvSpPr>
          <p:spPr>
            <a:xfrm>
              <a:off x="402722" y="4039987"/>
              <a:ext cx="1734155" cy="14219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id-ID" sz="7200" dirty="0">
                  <a:solidFill>
                    <a:schemeClr val="bg2">
                      <a:lumMod val="9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03</a:t>
              </a:r>
              <a:endParaRPr lang="en-US" sz="720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989098" y="4893178"/>
              <a:ext cx="3639538" cy="1003696"/>
              <a:chOff x="777704" y="4771750"/>
              <a:chExt cx="3639538" cy="1003696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777704" y="5072305"/>
                <a:ext cx="2330982" cy="7031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50" dirty="0">
                    <a:solidFill>
                      <a:schemeClr val="accent6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验证提问、托管赏金、应用内聊天、机构后台 v1。出口：内测走完完整归还。</a:t>
                </a: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777704" y="4771750"/>
                <a:ext cx="3639538" cy="2953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id-ID" sz="105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M3 信任层 · 第 6–7 月</a:t>
                </a:r>
                <a:endParaRPr 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</p:grpSp>
      <p:grpSp>
        <p:nvGrpSpPr>
          <p:cNvPr id="29" name="Group 2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9044536" y="3742702"/>
            <a:ext cx="4225914" cy="1856887"/>
            <a:chOff x="402722" y="4039987"/>
            <a:chExt cx="4225914" cy="1856887"/>
          </a:xfrm>
        </p:grpSpPr>
        <p:sp>
          <p:nvSpPr>
            <p:cNvPr id="30" name="Rectangle 29"/>
            <p:cNvSpPr/>
            <p:nvPr/>
          </p:nvSpPr>
          <p:spPr>
            <a:xfrm>
              <a:off x="402722" y="4039987"/>
              <a:ext cx="2039365" cy="14219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id-ID" sz="7200" dirty="0">
                  <a:solidFill>
                    <a:schemeClr val="bg2">
                      <a:lumMod val="9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04</a:t>
              </a:r>
              <a:endParaRPr lang="en-US" sz="7200" dirty="0">
                <a:solidFill>
                  <a:schemeClr val="bg2">
                    <a:lumMod val="9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989098" y="4893178"/>
              <a:ext cx="3639538" cy="1003696"/>
              <a:chOff x="777704" y="4771750"/>
              <a:chExt cx="3639538" cy="1003696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777704" y="5072305"/>
                <a:ext cx="2330982" cy="7031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950" dirty="0">
                    <a:solidFill>
                      <a:schemeClr val="accent6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旗舰校园上线，对比基线归还率；第二年转付费、接入 10 家机构。</a:t>
                </a: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777704" y="4771750"/>
                <a:ext cx="3639538" cy="2953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id-ID" sz="105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M4 试点与转付费 · 第 8 月起</a:t>
                </a:r>
                <a:endParaRPr 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endParaRPr>
              </a:p>
            </p:txBody>
          </p:sp>
        </p:grpSp>
      </p:grpSp>
      <p:grpSp>
        <p:nvGrpSpPr>
          <p:cNvPr id="40" name="Group 3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 rot="18735498">
            <a:off x="7218991" y="-39403"/>
            <a:ext cx="3722814" cy="2715844"/>
            <a:chOff x="-121863" y="3033159"/>
            <a:chExt cx="5346078" cy="3900037"/>
          </a:xfrm>
          <a:solidFill>
            <a:schemeClr val="bg2">
              <a:lumMod val="90000"/>
              <a:alpha val="33000"/>
            </a:schemeClr>
          </a:solidFill>
        </p:grpSpPr>
        <p:sp>
          <p:nvSpPr>
            <p:cNvPr id="41" name="Oval 40"/>
            <p:cNvSpPr/>
            <p:nvPr userDrawn="1"/>
          </p:nvSpPr>
          <p:spPr>
            <a:xfrm>
              <a:off x="225699" y="4498171"/>
              <a:ext cx="80190" cy="80190"/>
            </a:xfrm>
            <a:prstGeom prst="ellips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id-ID">
                <a:solidFill>
                  <a:schemeClr val="tx1"/>
                </a:solidFill>
                <a:latin typeface="Raleway" panose="020B0604020202020204" charset="0"/>
              </a:endParaRPr>
            </a:p>
          </p:txBody>
        </p:sp>
        <p:sp>
          <p:nvSpPr>
            <p:cNvPr id="42" name="Oval 41"/>
            <p:cNvSpPr/>
            <p:nvPr userDrawn="1"/>
          </p:nvSpPr>
          <p:spPr>
            <a:xfrm>
              <a:off x="1507444" y="6853006"/>
              <a:ext cx="80190" cy="80190"/>
            </a:xfrm>
            <a:prstGeom prst="ellips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id-ID">
                <a:solidFill>
                  <a:schemeClr val="tx1"/>
                </a:solidFill>
                <a:latin typeface="Raleway" panose="020B0604020202020204" charset="0"/>
              </a:endParaRPr>
            </a:p>
          </p:txBody>
        </p:sp>
        <p:sp>
          <p:nvSpPr>
            <p:cNvPr id="43" name="Oval 42"/>
            <p:cNvSpPr/>
            <p:nvPr userDrawn="1"/>
          </p:nvSpPr>
          <p:spPr>
            <a:xfrm>
              <a:off x="5144025" y="6629445"/>
              <a:ext cx="80190" cy="80190"/>
            </a:xfrm>
            <a:prstGeom prst="ellips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id-ID">
                <a:solidFill>
                  <a:schemeClr val="tx1"/>
                </a:solidFill>
                <a:latin typeface="Raleway" panose="020B0604020202020204" charset="0"/>
              </a:endParaRPr>
            </a:p>
          </p:txBody>
        </p:sp>
        <p:sp>
          <p:nvSpPr>
            <p:cNvPr id="44" name="Oval 43"/>
            <p:cNvSpPr/>
            <p:nvPr userDrawn="1"/>
          </p:nvSpPr>
          <p:spPr>
            <a:xfrm>
              <a:off x="2640150" y="5914053"/>
              <a:ext cx="80190" cy="80190"/>
            </a:xfrm>
            <a:prstGeom prst="ellips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id-ID">
                <a:solidFill>
                  <a:schemeClr val="tx1"/>
                </a:solidFill>
                <a:latin typeface="Raleway" panose="020B0604020202020204" charset="0"/>
              </a:endParaRPr>
            </a:p>
          </p:txBody>
        </p:sp>
        <p:sp>
          <p:nvSpPr>
            <p:cNvPr id="45" name="Oval 44"/>
            <p:cNvSpPr/>
            <p:nvPr userDrawn="1"/>
          </p:nvSpPr>
          <p:spPr>
            <a:xfrm>
              <a:off x="-121863" y="5861888"/>
              <a:ext cx="80190" cy="80190"/>
            </a:xfrm>
            <a:prstGeom prst="ellips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id-ID">
                <a:solidFill>
                  <a:schemeClr val="tx1"/>
                </a:solidFill>
                <a:latin typeface="Raleway" panose="020B0604020202020204" charset="0"/>
              </a:endParaRPr>
            </a:p>
          </p:txBody>
        </p:sp>
        <p:cxnSp>
          <p:nvCxnSpPr>
            <p:cNvPr id="46" name="Straight Connector 45"/>
            <p:cNvCxnSpPr>
              <a:stCxn id="45" idx="5"/>
              <a:endCxn id="42" idx="1"/>
            </p:cNvCxnSpPr>
            <p:nvPr userDrawn="1"/>
          </p:nvCxnSpPr>
          <p:spPr>
            <a:xfrm>
              <a:off x="-53417" y="5930334"/>
              <a:ext cx="1572605" cy="934416"/>
            </a:xfrm>
            <a:prstGeom prst="lin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41" idx="3"/>
              <a:endCxn id="45" idx="7"/>
            </p:cNvCxnSpPr>
            <p:nvPr userDrawn="1"/>
          </p:nvCxnSpPr>
          <p:spPr>
            <a:xfrm flipH="1">
              <a:off x="-53417" y="4566617"/>
              <a:ext cx="290860" cy="1307015"/>
            </a:xfrm>
            <a:prstGeom prst="lin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5" idx="6"/>
              <a:endCxn id="43" idx="2"/>
            </p:cNvCxnSpPr>
            <p:nvPr userDrawn="1"/>
          </p:nvCxnSpPr>
          <p:spPr>
            <a:xfrm>
              <a:off x="-41673" y="5901983"/>
              <a:ext cx="5185698" cy="767557"/>
            </a:xfrm>
            <a:prstGeom prst="lin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42" idx="0"/>
            </p:cNvCxnSpPr>
            <p:nvPr userDrawn="1"/>
          </p:nvCxnSpPr>
          <p:spPr>
            <a:xfrm flipH="1" flipV="1">
              <a:off x="1468251" y="3070220"/>
              <a:ext cx="79288" cy="3782786"/>
            </a:xfrm>
            <a:prstGeom prst="lin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45" idx="1"/>
            </p:cNvCxnSpPr>
            <p:nvPr userDrawn="1"/>
          </p:nvCxnSpPr>
          <p:spPr>
            <a:xfrm flipV="1">
              <a:off x="-110119" y="3070224"/>
              <a:ext cx="1578366" cy="2803408"/>
            </a:xfrm>
            <a:prstGeom prst="lin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41" idx="1"/>
              <a:endCxn id="44" idx="1"/>
            </p:cNvCxnSpPr>
            <p:nvPr userDrawn="1"/>
          </p:nvCxnSpPr>
          <p:spPr>
            <a:xfrm>
              <a:off x="237443" y="4509915"/>
              <a:ext cx="2414451" cy="1415882"/>
            </a:xfrm>
            <a:prstGeom prst="lin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1" idx="5"/>
              <a:endCxn id="42" idx="0"/>
            </p:cNvCxnSpPr>
            <p:nvPr userDrawn="1"/>
          </p:nvCxnSpPr>
          <p:spPr>
            <a:xfrm>
              <a:off x="294145" y="4566617"/>
              <a:ext cx="1253394" cy="2286389"/>
            </a:xfrm>
            <a:prstGeom prst="lin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>
              <a:endCxn id="44" idx="2"/>
            </p:cNvCxnSpPr>
            <p:nvPr userDrawn="1"/>
          </p:nvCxnSpPr>
          <p:spPr>
            <a:xfrm>
              <a:off x="186754" y="5875108"/>
              <a:ext cx="2453396" cy="79040"/>
            </a:xfrm>
            <a:prstGeom prst="lin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endCxn id="43" idx="4"/>
            </p:cNvCxnSpPr>
            <p:nvPr userDrawn="1"/>
          </p:nvCxnSpPr>
          <p:spPr>
            <a:xfrm flipV="1">
              <a:off x="1629512" y="6709635"/>
              <a:ext cx="3554608" cy="152072"/>
            </a:xfrm>
            <a:prstGeom prst="lin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>
            <a:xfrm flipH="1" flipV="1">
              <a:off x="1526305" y="3087422"/>
              <a:ext cx="3675776" cy="3599318"/>
            </a:xfrm>
            <a:prstGeom prst="lin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endCxn id="44" idx="7"/>
            </p:cNvCxnSpPr>
            <p:nvPr userDrawn="1"/>
          </p:nvCxnSpPr>
          <p:spPr>
            <a:xfrm>
              <a:off x="1468248" y="3070220"/>
              <a:ext cx="1240348" cy="2855577"/>
            </a:xfrm>
            <a:prstGeom prst="lin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>
            <a:xfrm flipH="1">
              <a:off x="242686" y="3036058"/>
              <a:ext cx="1285888" cy="1551474"/>
            </a:xfrm>
            <a:prstGeom prst="lin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42" idx="6"/>
              <a:endCxn id="44" idx="4"/>
            </p:cNvCxnSpPr>
            <p:nvPr userDrawn="1"/>
          </p:nvCxnSpPr>
          <p:spPr>
            <a:xfrm flipV="1">
              <a:off x="1587634" y="5994243"/>
              <a:ext cx="1092611" cy="898858"/>
            </a:xfrm>
            <a:prstGeom prst="lin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>
              <a:stCxn id="44" idx="6"/>
              <a:endCxn id="43" idx="2"/>
            </p:cNvCxnSpPr>
            <p:nvPr userDrawn="1"/>
          </p:nvCxnSpPr>
          <p:spPr>
            <a:xfrm>
              <a:off x="2720340" y="5954148"/>
              <a:ext cx="2423685" cy="715392"/>
            </a:xfrm>
            <a:prstGeom prst="lin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Oval 59"/>
            <p:cNvSpPr/>
            <p:nvPr userDrawn="1"/>
          </p:nvSpPr>
          <p:spPr>
            <a:xfrm>
              <a:off x="1454923" y="3033159"/>
              <a:ext cx="80190" cy="80190"/>
            </a:xfrm>
            <a:prstGeom prst="ellipse">
              <a:avLst/>
            </a:prstGeom>
            <a:grpFill/>
            <a:ln>
              <a:solidFill>
                <a:schemeClr val="bg2">
                  <a:lumMod val="85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id-ID">
                <a:solidFill>
                  <a:schemeClr val="tx1"/>
                </a:solidFill>
                <a:latin typeface="Raleway" panose="020B0604020202020204" charset="0"/>
              </a:endParaRPr>
            </a:p>
          </p:txBody>
        </p:sp>
      </p:grpSp>
      <p:sp>
        <p:nvSpPr>
          <p:cNvPr id="63" name="Title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689628" y="1495485"/>
            <a:ext cx="8937054" cy="701731"/>
          </a:xfrm>
          <a:prstGeom prst="rect">
            <a:avLst/>
          </a:prstGeom>
          <a:noFill/>
        </p:spPr>
        <p:txBody>
          <a:bodyPr vert="horz" wrap="square" lIns="0" tIns="9144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id-ID" spc="-100" dirty="0">
                <a:solidFill>
                  <a:schemeClr val="bg1"/>
                </a:solidFill>
                <a:latin typeface="Felix Titling" panose="04060505060202020A04" pitchFamily="82" charset="0"/>
                <a:ea typeface="Roboto Black" panose="02000000000000000000" pitchFamily="2" charset="0"/>
                <a:cs typeface="Arial" panose="020B0604020202020204" pitchFamily="34" charset="0"/>
              </a:rPr>
              <a:t>ROADMAP</a:t>
            </a:r>
          </a:p>
        </p:txBody>
      </p:sp>
      <p:sp>
        <p:nvSpPr>
          <p:cNvPr id="69" name="TextBox 2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-508604" y="2100229"/>
            <a:ext cx="5552532" cy="4854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 defTabSz="2286000">
              <a:lnSpc>
                <a:spcPts val="3700"/>
              </a:lnSpc>
            </a:pPr>
            <a:r>
              <a:rPr lang="id-ID" sz="1100" b="1" spc="3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Bebas Neue" charset="0"/>
              </a:rPr>
              <a:t>FROM PROTOTYPE TO FIRST REVENUE</a:t>
            </a:r>
            <a:endParaRPr lang="en-US" sz="1100" b="1" spc="3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Bebas Neue" charset="0"/>
            </a:endParaRPr>
          </a:p>
        </p:txBody>
      </p:sp>
      <p:pic>
        <p:nvPicPr>
          <p:cNvPr id="70" name="Picture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699" y="400407"/>
            <a:ext cx="2659839" cy="3350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4144151" y="2488137"/>
            <a:ext cx="1070577" cy="1300972"/>
            <a:chOff x="6311024" y="4266181"/>
            <a:chExt cx="1606113" cy="1951759"/>
          </a:xfrm>
          <a:solidFill>
            <a:schemeClr val="accent2"/>
          </a:solidFill>
        </p:grpSpPr>
        <p:sp>
          <p:nvSpPr>
            <p:cNvPr id="5" name="Freeform 5"/>
            <p:cNvSpPr/>
            <p:nvPr/>
          </p:nvSpPr>
          <p:spPr bwMode="auto">
            <a:xfrm>
              <a:off x="6311024" y="5474309"/>
              <a:ext cx="1606113" cy="743631"/>
            </a:xfrm>
            <a:custGeom>
              <a:avLst/>
              <a:gdLst>
                <a:gd name="T0" fmla="*/ 2944 w 2948"/>
                <a:gd name="T1" fmla="*/ 416 h 1362"/>
                <a:gd name="T2" fmla="*/ 2946 w 2948"/>
                <a:gd name="T3" fmla="*/ 485 h 1362"/>
                <a:gd name="T4" fmla="*/ 2939 w 2948"/>
                <a:gd name="T5" fmla="*/ 553 h 1362"/>
                <a:gd name="T6" fmla="*/ 2922 w 2948"/>
                <a:gd name="T7" fmla="*/ 618 h 1362"/>
                <a:gd name="T8" fmla="*/ 2895 w 2948"/>
                <a:gd name="T9" fmla="*/ 680 h 1362"/>
                <a:gd name="T10" fmla="*/ 2860 w 2948"/>
                <a:gd name="T11" fmla="*/ 737 h 1362"/>
                <a:gd name="T12" fmla="*/ 2817 w 2948"/>
                <a:gd name="T13" fmla="*/ 788 h 1362"/>
                <a:gd name="T14" fmla="*/ 2766 w 2948"/>
                <a:gd name="T15" fmla="*/ 834 h 1362"/>
                <a:gd name="T16" fmla="*/ 2709 w 2948"/>
                <a:gd name="T17" fmla="*/ 871 h 1362"/>
                <a:gd name="T18" fmla="*/ 2647 w 2948"/>
                <a:gd name="T19" fmla="*/ 901 h 1362"/>
                <a:gd name="T20" fmla="*/ 2579 w 2948"/>
                <a:gd name="T21" fmla="*/ 921 h 1362"/>
                <a:gd name="T22" fmla="*/ 516 w 2948"/>
                <a:gd name="T23" fmla="*/ 1360 h 1362"/>
                <a:gd name="T24" fmla="*/ 446 w 2948"/>
                <a:gd name="T25" fmla="*/ 1362 h 1362"/>
                <a:gd name="T26" fmla="*/ 378 w 2948"/>
                <a:gd name="T27" fmla="*/ 1354 h 1362"/>
                <a:gd name="T28" fmla="*/ 313 w 2948"/>
                <a:gd name="T29" fmla="*/ 1337 h 1362"/>
                <a:gd name="T30" fmla="*/ 251 w 2948"/>
                <a:gd name="T31" fmla="*/ 1311 h 1362"/>
                <a:gd name="T32" fmla="*/ 194 w 2948"/>
                <a:gd name="T33" fmla="*/ 1275 h 1362"/>
                <a:gd name="T34" fmla="*/ 142 w 2948"/>
                <a:gd name="T35" fmla="*/ 1232 h 1362"/>
                <a:gd name="T36" fmla="*/ 98 w 2948"/>
                <a:gd name="T37" fmla="*/ 1182 h 1362"/>
                <a:gd name="T38" fmla="*/ 60 w 2948"/>
                <a:gd name="T39" fmla="*/ 1125 h 1362"/>
                <a:gd name="T40" fmla="*/ 30 w 2948"/>
                <a:gd name="T41" fmla="*/ 1063 h 1362"/>
                <a:gd name="T42" fmla="*/ 10 w 2948"/>
                <a:gd name="T43" fmla="*/ 995 h 1362"/>
                <a:gd name="T44" fmla="*/ 0 w 2948"/>
                <a:gd name="T45" fmla="*/ 924 h 1362"/>
                <a:gd name="T46" fmla="*/ 2 w 2948"/>
                <a:gd name="T47" fmla="*/ 854 h 1362"/>
                <a:gd name="T48" fmla="*/ 13 w 2948"/>
                <a:gd name="T49" fmla="*/ 787 h 1362"/>
                <a:gd name="T50" fmla="*/ 34 w 2948"/>
                <a:gd name="T51" fmla="*/ 723 h 1362"/>
                <a:gd name="T52" fmla="*/ 63 w 2948"/>
                <a:gd name="T53" fmla="*/ 663 h 1362"/>
                <a:gd name="T54" fmla="*/ 100 w 2948"/>
                <a:gd name="T55" fmla="*/ 607 h 1362"/>
                <a:gd name="T56" fmla="*/ 146 w 2948"/>
                <a:gd name="T57" fmla="*/ 558 h 1362"/>
                <a:gd name="T58" fmla="*/ 199 w 2948"/>
                <a:gd name="T59" fmla="*/ 516 h 1362"/>
                <a:gd name="T60" fmla="*/ 257 w 2948"/>
                <a:gd name="T61" fmla="*/ 480 h 1362"/>
                <a:gd name="T62" fmla="*/ 322 w 2948"/>
                <a:gd name="T63" fmla="*/ 454 h 1362"/>
                <a:gd name="T64" fmla="*/ 2384 w 2948"/>
                <a:gd name="T65" fmla="*/ 10 h 1362"/>
                <a:gd name="T66" fmla="*/ 2454 w 2948"/>
                <a:gd name="T67" fmla="*/ 1 h 1362"/>
                <a:gd name="T68" fmla="*/ 2524 w 2948"/>
                <a:gd name="T69" fmla="*/ 2 h 1362"/>
                <a:gd name="T70" fmla="*/ 2591 w 2948"/>
                <a:gd name="T71" fmla="*/ 13 h 1362"/>
                <a:gd name="T72" fmla="*/ 2655 w 2948"/>
                <a:gd name="T73" fmla="*/ 33 h 1362"/>
                <a:gd name="T74" fmla="*/ 2716 w 2948"/>
                <a:gd name="T75" fmla="*/ 63 h 1362"/>
                <a:gd name="T76" fmla="*/ 2771 w 2948"/>
                <a:gd name="T77" fmla="*/ 101 h 1362"/>
                <a:gd name="T78" fmla="*/ 2821 w 2948"/>
                <a:gd name="T79" fmla="*/ 147 h 1362"/>
                <a:gd name="T80" fmla="*/ 2864 w 2948"/>
                <a:gd name="T81" fmla="*/ 198 h 1362"/>
                <a:gd name="T82" fmla="*/ 2898 w 2948"/>
                <a:gd name="T83" fmla="*/ 258 h 1362"/>
                <a:gd name="T84" fmla="*/ 2924 w 2948"/>
                <a:gd name="T85" fmla="*/ 322 h 1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948" h="1362">
                  <a:moveTo>
                    <a:pt x="2937" y="369"/>
                  </a:moveTo>
                  <a:lnTo>
                    <a:pt x="2942" y="392"/>
                  </a:lnTo>
                  <a:lnTo>
                    <a:pt x="2944" y="416"/>
                  </a:lnTo>
                  <a:lnTo>
                    <a:pt x="2946" y="439"/>
                  </a:lnTo>
                  <a:lnTo>
                    <a:pt x="2948" y="461"/>
                  </a:lnTo>
                  <a:lnTo>
                    <a:pt x="2946" y="485"/>
                  </a:lnTo>
                  <a:lnTo>
                    <a:pt x="2945" y="508"/>
                  </a:lnTo>
                  <a:lnTo>
                    <a:pt x="2943" y="530"/>
                  </a:lnTo>
                  <a:lnTo>
                    <a:pt x="2939" y="553"/>
                  </a:lnTo>
                  <a:lnTo>
                    <a:pt x="2934" y="575"/>
                  </a:lnTo>
                  <a:lnTo>
                    <a:pt x="2928" y="597"/>
                  </a:lnTo>
                  <a:lnTo>
                    <a:pt x="2922" y="618"/>
                  </a:lnTo>
                  <a:lnTo>
                    <a:pt x="2913" y="639"/>
                  </a:lnTo>
                  <a:lnTo>
                    <a:pt x="2905" y="660"/>
                  </a:lnTo>
                  <a:lnTo>
                    <a:pt x="2895" y="680"/>
                  </a:lnTo>
                  <a:lnTo>
                    <a:pt x="2884" y="700"/>
                  </a:lnTo>
                  <a:lnTo>
                    <a:pt x="2872" y="719"/>
                  </a:lnTo>
                  <a:lnTo>
                    <a:pt x="2860" y="737"/>
                  </a:lnTo>
                  <a:lnTo>
                    <a:pt x="2846" y="755"/>
                  </a:lnTo>
                  <a:lnTo>
                    <a:pt x="2832" y="772"/>
                  </a:lnTo>
                  <a:lnTo>
                    <a:pt x="2817" y="788"/>
                  </a:lnTo>
                  <a:lnTo>
                    <a:pt x="2801" y="805"/>
                  </a:lnTo>
                  <a:lnTo>
                    <a:pt x="2784" y="819"/>
                  </a:lnTo>
                  <a:lnTo>
                    <a:pt x="2766" y="834"/>
                  </a:lnTo>
                  <a:lnTo>
                    <a:pt x="2749" y="848"/>
                  </a:lnTo>
                  <a:lnTo>
                    <a:pt x="2729" y="860"/>
                  </a:lnTo>
                  <a:lnTo>
                    <a:pt x="2709" y="871"/>
                  </a:lnTo>
                  <a:lnTo>
                    <a:pt x="2690" y="882"/>
                  </a:lnTo>
                  <a:lnTo>
                    <a:pt x="2669" y="892"/>
                  </a:lnTo>
                  <a:lnTo>
                    <a:pt x="2647" y="901"/>
                  </a:lnTo>
                  <a:lnTo>
                    <a:pt x="2624" y="908"/>
                  </a:lnTo>
                  <a:lnTo>
                    <a:pt x="2602" y="916"/>
                  </a:lnTo>
                  <a:lnTo>
                    <a:pt x="2579" y="921"/>
                  </a:lnTo>
                  <a:lnTo>
                    <a:pt x="563" y="1353"/>
                  </a:lnTo>
                  <a:lnTo>
                    <a:pt x="540" y="1356"/>
                  </a:lnTo>
                  <a:lnTo>
                    <a:pt x="516" y="1360"/>
                  </a:lnTo>
                  <a:lnTo>
                    <a:pt x="493" y="1361"/>
                  </a:lnTo>
                  <a:lnTo>
                    <a:pt x="469" y="1362"/>
                  </a:lnTo>
                  <a:lnTo>
                    <a:pt x="446" y="1362"/>
                  </a:lnTo>
                  <a:lnTo>
                    <a:pt x="424" y="1361"/>
                  </a:lnTo>
                  <a:lnTo>
                    <a:pt x="400" y="1358"/>
                  </a:lnTo>
                  <a:lnTo>
                    <a:pt x="378" y="1354"/>
                  </a:lnTo>
                  <a:lnTo>
                    <a:pt x="356" y="1350"/>
                  </a:lnTo>
                  <a:lnTo>
                    <a:pt x="334" y="1344"/>
                  </a:lnTo>
                  <a:lnTo>
                    <a:pt x="313" y="1337"/>
                  </a:lnTo>
                  <a:lnTo>
                    <a:pt x="292" y="1329"/>
                  </a:lnTo>
                  <a:lnTo>
                    <a:pt x="271" y="1321"/>
                  </a:lnTo>
                  <a:lnTo>
                    <a:pt x="251" y="1311"/>
                  </a:lnTo>
                  <a:lnTo>
                    <a:pt x="231" y="1300"/>
                  </a:lnTo>
                  <a:lnTo>
                    <a:pt x="213" y="1287"/>
                  </a:lnTo>
                  <a:lnTo>
                    <a:pt x="194" y="1275"/>
                  </a:lnTo>
                  <a:lnTo>
                    <a:pt x="176" y="1261"/>
                  </a:lnTo>
                  <a:lnTo>
                    <a:pt x="158" y="1248"/>
                  </a:lnTo>
                  <a:lnTo>
                    <a:pt x="142" y="1232"/>
                  </a:lnTo>
                  <a:lnTo>
                    <a:pt x="126" y="1217"/>
                  </a:lnTo>
                  <a:lnTo>
                    <a:pt x="111" y="1200"/>
                  </a:lnTo>
                  <a:lnTo>
                    <a:pt x="98" y="1182"/>
                  </a:lnTo>
                  <a:lnTo>
                    <a:pt x="84" y="1164"/>
                  </a:lnTo>
                  <a:lnTo>
                    <a:pt x="71" y="1145"/>
                  </a:lnTo>
                  <a:lnTo>
                    <a:pt x="60" y="1125"/>
                  </a:lnTo>
                  <a:lnTo>
                    <a:pt x="48" y="1104"/>
                  </a:lnTo>
                  <a:lnTo>
                    <a:pt x="39" y="1084"/>
                  </a:lnTo>
                  <a:lnTo>
                    <a:pt x="30" y="1063"/>
                  </a:lnTo>
                  <a:lnTo>
                    <a:pt x="23" y="1040"/>
                  </a:lnTo>
                  <a:lnTo>
                    <a:pt x="16" y="1018"/>
                  </a:lnTo>
                  <a:lnTo>
                    <a:pt x="10" y="995"/>
                  </a:lnTo>
                  <a:lnTo>
                    <a:pt x="5" y="971"/>
                  </a:lnTo>
                  <a:lnTo>
                    <a:pt x="3" y="948"/>
                  </a:lnTo>
                  <a:lnTo>
                    <a:pt x="0" y="924"/>
                  </a:lnTo>
                  <a:lnTo>
                    <a:pt x="0" y="901"/>
                  </a:lnTo>
                  <a:lnTo>
                    <a:pt x="0" y="877"/>
                  </a:lnTo>
                  <a:lnTo>
                    <a:pt x="2" y="854"/>
                  </a:lnTo>
                  <a:lnTo>
                    <a:pt x="4" y="832"/>
                  </a:lnTo>
                  <a:lnTo>
                    <a:pt x="8" y="809"/>
                  </a:lnTo>
                  <a:lnTo>
                    <a:pt x="13" y="787"/>
                  </a:lnTo>
                  <a:lnTo>
                    <a:pt x="19" y="765"/>
                  </a:lnTo>
                  <a:lnTo>
                    <a:pt x="25" y="744"/>
                  </a:lnTo>
                  <a:lnTo>
                    <a:pt x="34" y="723"/>
                  </a:lnTo>
                  <a:lnTo>
                    <a:pt x="42" y="702"/>
                  </a:lnTo>
                  <a:lnTo>
                    <a:pt x="52" y="682"/>
                  </a:lnTo>
                  <a:lnTo>
                    <a:pt x="63" y="663"/>
                  </a:lnTo>
                  <a:lnTo>
                    <a:pt x="74" y="644"/>
                  </a:lnTo>
                  <a:lnTo>
                    <a:pt x="87" y="626"/>
                  </a:lnTo>
                  <a:lnTo>
                    <a:pt x="100" y="607"/>
                  </a:lnTo>
                  <a:lnTo>
                    <a:pt x="115" y="590"/>
                  </a:lnTo>
                  <a:lnTo>
                    <a:pt x="130" y="574"/>
                  </a:lnTo>
                  <a:lnTo>
                    <a:pt x="146" y="558"/>
                  </a:lnTo>
                  <a:lnTo>
                    <a:pt x="163" y="543"/>
                  </a:lnTo>
                  <a:lnTo>
                    <a:pt x="181" y="528"/>
                  </a:lnTo>
                  <a:lnTo>
                    <a:pt x="199" y="516"/>
                  </a:lnTo>
                  <a:lnTo>
                    <a:pt x="218" y="502"/>
                  </a:lnTo>
                  <a:lnTo>
                    <a:pt x="237" y="491"/>
                  </a:lnTo>
                  <a:lnTo>
                    <a:pt x="257" y="480"/>
                  </a:lnTo>
                  <a:lnTo>
                    <a:pt x="278" y="470"/>
                  </a:lnTo>
                  <a:lnTo>
                    <a:pt x="300" y="461"/>
                  </a:lnTo>
                  <a:lnTo>
                    <a:pt x="322" y="454"/>
                  </a:lnTo>
                  <a:lnTo>
                    <a:pt x="345" y="447"/>
                  </a:lnTo>
                  <a:lnTo>
                    <a:pt x="368" y="442"/>
                  </a:lnTo>
                  <a:lnTo>
                    <a:pt x="2384" y="10"/>
                  </a:lnTo>
                  <a:lnTo>
                    <a:pt x="2407" y="6"/>
                  </a:lnTo>
                  <a:lnTo>
                    <a:pt x="2432" y="2"/>
                  </a:lnTo>
                  <a:lnTo>
                    <a:pt x="2454" y="1"/>
                  </a:lnTo>
                  <a:lnTo>
                    <a:pt x="2477" y="0"/>
                  </a:lnTo>
                  <a:lnTo>
                    <a:pt x="2501" y="0"/>
                  </a:lnTo>
                  <a:lnTo>
                    <a:pt x="2524" y="2"/>
                  </a:lnTo>
                  <a:lnTo>
                    <a:pt x="2547" y="5"/>
                  </a:lnTo>
                  <a:lnTo>
                    <a:pt x="2569" y="8"/>
                  </a:lnTo>
                  <a:lnTo>
                    <a:pt x="2591" y="13"/>
                  </a:lnTo>
                  <a:lnTo>
                    <a:pt x="2613" y="18"/>
                  </a:lnTo>
                  <a:lnTo>
                    <a:pt x="2634" y="26"/>
                  </a:lnTo>
                  <a:lnTo>
                    <a:pt x="2655" y="33"/>
                  </a:lnTo>
                  <a:lnTo>
                    <a:pt x="2676" y="43"/>
                  </a:lnTo>
                  <a:lnTo>
                    <a:pt x="2696" y="53"/>
                  </a:lnTo>
                  <a:lnTo>
                    <a:pt x="2716" y="63"/>
                  </a:lnTo>
                  <a:lnTo>
                    <a:pt x="2734" y="75"/>
                  </a:lnTo>
                  <a:lnTo>
                    <a:pt x="2753" y="87"/>
                  </a:lnTo>
                  <a:lnTo>
                    <a:pt x="2771" y="101"/>
                  </a:lnTo>
                  <a:lnTo>
                    <a:pt x="2788" y="114"/>
                  </a:lnTo>
                  <a:lnTo>
                    <a:pt x="2805" y="131"/>
                  </a:lnTo>
                  <a:lnTo>
                    <a:pt x="2821" y="147"/>
                  </a:lnTo>
                  <a:lnTo>
                    <a:pt x="2835" y="163"/>
                  </a:lnTo>
                  <a:lnTo>
                    <a:pt x="2850" y="180"/>
                  </a:lnTo>
                  <a:lnTo>
                    <a:pt x="2864" y="198"/>
                  </a:lnTo>
                  <a:lnTo>
                    <a:pt x="2876" y="217"/>
                  </a:lnTo>
                  <a:lnTo>
                    <a:pt x="2887" y="237"/>
                  </a:lnTo>
                  <a:lnTo>
                    <a:pt x="2898" y="258"/>
                  </a:lnTo>
                  <a:lnTo>
                    <a:pt x="2908" y="279"/>
                  </a:lnTo>
                  <a:lnTo>
                    <a:pt x="2917" y="300"/>
                  </a:lnTo>
                  <a:lnTo>
                    <a:pt x="2924" y="322"/>
                  </a:lnTo>
                  <a:lnTo>
                    <a:pt x="2932" y="345"/>
                  </a:lnTo>
                  <a:lnTo>
                    <a:pt x="2937" y="36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0951" tIns="30475" rIns="60951" bIns="30475" numCol="1" anchor="t" anchorCtr="0" compatLnSpc="1"/>
            <a:lstStyle/>
            <a:p>
              <a:endParaRPr lang="ru-RU" sz="1200"/>
            </a:p>
          </p:txBody>
        </p:sp>
        <p:sp>
          <p:nvSpPr>
            <p:cNvPr id="6" name="Freeform 6"/>
            <p:cNvSpPr/>
            <p:nvPr/>
          </p:nvSpPr>
          <p:spPr bwMode="auto">
            <a:xfrm>
              <a:off x="6425512" y="4866975"/>
              <a:ext cx="1377136" cy="693474"/>
            </a:xfrm>
            <a:custGeom>
              <a:avLst/>
              <a:gdLst>
                <a:gd name="T0" fmla="*/ 2524 w 2527"/>
                <a:gd name="T1" fmla="*/ 415 h 1273"/>
                <a:gd name="T2" fmla="*/ 2527 w 2527"/>
                <a:gd name="T3" fmla="*/ 485 h 1273"/>
                <a:gd name="T4" fmla="*/ 2519 w 2527"/>
                <a:gd name="T5" fmla="*/ 553 h 1273"/>
                <a:gd name="T6" fmla="*/ 2501 w 2527"/>
                <a:gd name="T7" fmla="*/ 618 h 1273"/>
                <a:gd name="T8" fmla="*/ 2475 w 2527"/>
                <a:gd name="T9" fmla="*/ 680 h 1273"/>
                <a:gd name="T10" fmla="*/ 2439 w 2527"/>
                <a:gd name="T11" fmla="*/ 737 h 1273"/>
                <a:gd name="T12" fmla="*/ 2397 w 2527"/>
                <a:gd name="T13" fmla="*/ 789 h 1273"/>
                <a:gd name="T14" fmla="*/ 2346 w 2527"/>
                <a:gd name="T15" fmla="*/ 834 h 1273"/>
                <a:gd name="T16" fmla="*/ 2290 w 2527"/>
                <a:gd name="T17" fmla="*/ 871 h 1273"/>
                <a:gd name="T18" fmla="*/ 2227 w 2527"/>
                <a:gd name="T19" fmla="*/ 901 h 1273"/>
                <a:gd name="T20" fmla="*/ 2159 w 2527"/>
                <a:gd name="T21" fmla="*/ 921 h 1273"/>
                <a:gd name="T22" fmla="*/ 516 w 2527"/>
                <a:gd name="T23" fmla="*/ 1270 h 1273"/>
                <a:gd name="T24" fmla="*/ 446 w 2527"/>
                <a:gd name="T25" fmla="*/ 1273 h 1273"/>
                <a:gd name="T26" fmla="*/ 378 w 2527"/>
                <a:gd name="T27" fmla="*/ 1264 h 1273"/>
                <a:gd name="T28" fmla="*/ 312 w 2527"/>
                <a:gd name="T29" fmla="*/ 1247 h 1273"/>
                <a:gd name="T30" fmla="*/ 251 w 2527"/>
                <a:gd name="T31" fmla="*/ 1221 h 1273"/>
                <a:gd name="T32" fmla="*/ 194 w 2527"/>
                <a:gd name="T33" fmla="*/ 1185 h 1273"/>
                <a:gd name="T34" fmla="*/ 142 w 2527"/>
                <a:gd name="T35" fmla="*/ 1142 h 1273"/>
                <a:gd name="T36" fmla="*/ 98 w 2527"/>
                <a:gd name="T37" fmla="*/ 1092 h 1273"/>
                <a:gd name="T38" fmla="*/ 59 w 2527"/>
                <a:gd name="T39" fmla="*/ 1036 h 1273"/>
                <a:gd name="T40" fmla="*/ 30 w 2527"/>
                <a:gd name="T41" fmla="*/ 973 h 1273"/>
                <a:gd name="T42" fmla="*/ 10 w 2527"/>
                <a:gd name="T43" fmla="*/ 905 h 1273"/>
                <a:gd name="T44" fmla="*/ 0 w 2527"/>
                <a:gd name="T45" fmla="*/ 833 h 1273"/>
                <a:gd name="T46" fmla="*/ 1 w 2527"/>
                <a:gd name="T47" fmla="*/ 764 h 1273"/>
                <a:gd name="T48" fmla="*/ 12 w 2527"/>
                <a:gd name="T49" fmla="*/ 697 h 1273"/>
                <a:gd name="T50" fmla="*/ 33 w 2527"/>
                <a:gd name="T51" fmla="*/ 633 h 1273"/>
                <a:gd name="T52" fmla="*/ 63 w 2527"/>
                <a:gd name="T53" fmla="*/ 573 h 1273"/>
                <a:gd name="T54" fmla="*/ 101 w 2527"/>
                <a:gd name="T55" fmla="*/ 517 h 1273"/>
                <a:gd name="T56" fmla="*/ 146 w 2527"/>
                <a:gd name="T57" fmla="*/ 468 h 1273"/>
                <a:gd name="T58" fmla="*/ 199 w 2527"/>
                <a:gd name="T59" fmla="*/ 425 h 1273"/>
                <a:gd name="T60" fmla="*/ 258 w 2527"/>
                <a:gd name="T61" fmla="*/ 390 h 1273"/>
                <a:gd name="T62" fmla="*/ 322 w 2527"/>
                <a:gd name="T63" fmla="*/ 364 h 1273"/>
                <a:gd name="T64" fmla="*/ 1964 w 2527"/>
                <a:gd name="T65" fmla="*/ 10 h 1273"/>
                <a:gd name="T66" fmla="*/ 2034 w 2527"/>
                <a:gd name="T67" fmla="*/ 0 h 1273"/>
                <a:gd name="T68" fmla="*/ 2103 w 2527"/>
                <a:gd name="T69" fmla="*/ 1 h 1273"/>
                <a:gd name="T70" fmla="*/ 2171 w 2527"/>
                <a:gd name="T71" fmla="*/ 12 h 1273"/>
                <a:gd name="T72" fmla="*/ 2235 w 2527"/>
                <a:gd name="T73" fmla="*/ 33 h 1273"/>
                <a:gd name="T74" fmla="*/ 2296 w 2527"/>
                <a:gd name="T75" fmla="*/ 63 h 1273"/>
                <a:gd name="T76" fmla="*/ 2350 w 2527"/>
                <a:gd name="T77" fmla="*/ 101 h 1273"/>
                <a:gd name="T78" fmla="*/ 2401 w 2527"/>
                <a:gd name="T79" fmla="*/ 146 h 1273"/>
                <a:gd name="T80" fmla="*/ 2443 w 2527"/>
                <a:gd name="T81" fmla="*/ 199 h 1273"/>
                <a:gd name="T82" fmla="*/ 2479 w 2527"/>
                <a:gd name="T83" fmla="*/ 258 h 1273"/>
                <a:gd name="T84" fmla="*/ 2504 w 2527"/>
                <a:gd name="T85" fmla="*/ 322 h 1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27" h="1273">
                  <a:moveTo>
                    <a:pt x="2517" y="368"/>
                  </a:moveTo>
                  <a:lnTo>
                    <a:pt x="2522" y="391"/>
                  </a:lnTo>
                  <a:lnTo>
                    <a:pt x="2524" y="415"/>
                  </a:lnTo>
                  <a:lnTo>
                    <a:pt x="2527" y="438"/>
                  </a:lnTo>
                  <a:lnTo>
                    <a:pt x="2527" y="462"/>
                  </a:lnTo>
                  <a:lnTo>
                    <a:pt x="2527" y="485"/>
                  </a:lnTo>
                  <a:lnTo>
                    <a:pt x="2525" y="509"/>
                  </a:lnTo>
                  <a:lnTo>
                    <a:pt x="2523" y="531"/>
                  </a:lnTo>
                  <a:lnTo>
                    <a:pt x="2519" y="553"/>
                  </a:lnTo>
                  <a:lnTo>
                    <a:pt x="2514" y="575"/>
                  </a:lnTo>
                  <a:lnTo>
                    <a:pt x="2508" y="597"/>
                  </a:lnTo>
                  <a:lnTo>
                    <a:pt x="2501" y="618"/>
                  </a:lnTo>
                  <a:lnTo>
                    <a:pt x="2493" y="639"/>
                  </a:lnTo>
                  <a:lnTo>
                    <a:pt x="2485" y="660"/>
                  </a:lnTo>
                  <a:lnTo>
                    <a:pt x="2475" y="680"/>
                  </a:lnTo>
                  <a:lnTo>
                    <a:pt x="2464" y="700"/>
                  </a:lnTo>
                  <a:lnTo>
                    <a:pt x="2453" y="718"/>
                  </a:lnTo>
                  <a:lnTo>
                    <a:pt x="2439" y="737"/>
                  </a:lnTo>
                  <a:lnTo>
                    <a:pt x="2427" y="755"/>
                  </a:lnTo>
                  <a:lnTo>
                    <a:pt x="2412" y="773"/>
                  </a:lnTo>
                  <a:lnTo>
                    <a:pt x="2397" y="789"/>
                  </a:lnTo>
                  <a:lnTo>
                    <a:pt x="2381" y="805"/>
                  </a:lnTo>
                  <a:lnTo>
                    <a:pt x="2364" y="820"/>
                  </a:lnTo>
                  <a:lnTo>
                    <a:pt x="2346" y="834"/>
                  </a:lnTo>
                  <a:lnTo>
                    <a:pt x="2328" y="847"/>
                  </a:lnTo>
                  <a:lnTo>
                    <a:pt x="2309" y="860"/>
                  </a:lnTo>
                  <a:lnTo>
                    <a:pt x="2290" y="871"/>
                  </a:lnTo>
                  <a:lnTo>
                    <a:pt x="2270" y="883"/>
                  </a:lnTo>
                  <a:lnTo>
                    <a:pt x="2249" y="892"/>
                  </a:lnTo>
                  <a:lnTo>
                    <a:pt x="2227" y="901"/>
                  </a:lnTo>
                  <a:lnTo>
                    <a:pt x="2205" y="908"/>
                  </a:lnTo>
                  <a:lnTo>
                    <a:pt x="2182" y="916"/>
                  </a:lnTo>
                  <a:lnTo>
                    <a:pt x="2159" y="921"/>
                  </a:lnTo>
                  <a:lnTo>
                    <a:pt x="563" y="1263"/>
                  </a:lnTo>
                  <a:lnTo>
                    <a:pt x="540" y="1266"/>
                  </a:lnTo>
                  <a:lnTo>
                    <a:pt x="516" y="1270"/>
                  </a:lnTo>
                  <a:lnTo>
                    <a:pt x="493" y="1271"/>
                  </a:lnTo>
                  <a:lnTo>
                    <a:pt x="469" y="1273"/>
                  </a:lnTo>
                  <a:lnTo>
                    <a:pt x="446" y="1273"/>
                  </a:lnTo>
                  <a:lnTo>
                    <a:pt x="423" y="1270"/>
                  </a:lnTo>
                  <a:lnTo>
                    <a:pt x="400" y="1268"/>
                  </a:lnTo>
                  <a:lnTo>
                    <a:pt x="378" y="1264"/>
                  </a:lnTo>
                  <a:lnTo>
                    <a:pt x="356" y="1259"/>
                  </a:lnTo>
                  <a:lnTo>
                    <a:pt x="335" y="1254"/>
                  </a:lnTo>
                  <a:lnTo>
                    <a:pt x="312" y="1247"/>
                  </a:lnTo>
                  <a:lnTo>
                    <a:pt x="291" y="1239"/>
                  </a:lnTo>
                  <a:lnTo>
                    <a:pt x="272" y="1231"/>
                  </a:lnTo>
                  <a:lnTo>
                    <a:pt x="251" y="1221"/>
                  </a:lnTo>
                  <a:lnTo>
                    <a:pt x="232" y="1210"/>
                  </a:lnTo>
                  <a:lnTo>
                    <a:pt x="212" y="1197"/>
                  </a:lnTo>
                  <a:lnTo>
                    <a:pt x="194" y="1185"/>
                  </a:lnTo>
                  <a:lnTo>
                    <a:pt x="177" y="1171"/>
                  </a:lnTo>
                  <a:lnTo>
                    <a:pt x="159" y="1158"/>
                  </a:lnTo>
                  <a:lnTo>
                    <a:pt x="142" y="1142"/>
                  </a:lnTo>
                  <a:lnTo>
                    <a:pt x="127" y="1126"/>
                  </a:lnTo>
                  <a:lnTo>
                    <a:pt x="111" y="1110"/>
                  </a:lnTo>
                  <a:lnTo>
                    <a:pt x="98" y="1092"/>
                  </a:lnTo>
                  <a:lnTo>
                    <a:pt x="84" y="1074"/>
                  </a:lnTo>
                  <a:lnTo>
                    <a:pt x="72" y="1055"/>
                  </a:lnTo>
                  <a:lnTo>
                    <a:pt x="59" y="1036"/>
                  </a:lnTo>
                  <a:lnTo>
                    <a:pt x="50" y="1015"/>
                  </a:lnTo>
                  <a:lnTo>
                    <a:pt x="40" y="994"/>
                  </a:lnTo>
                  <a:lnTo>
                    <a:pt x="30" y="973"/>
                  </a:lnTo>
                  <a:lnTo>
                    <a:pt x="22" y="950"/>
                  </a:lnTo>
                  <a:lnTo>
                    <a:pt x="16" y="927"/>
                  </a:lnTo>
                  <a:lnTo>
                    <a:pt x="10" y="905"/>
                  </a:lnTo>
                  <a:lnTo>
                    <a:pt x="6" y="880"/>
                  </a:lnTo>
                  <a:lnTo>
                    <a:pt x="3" y="857"/>
                  </a:lnTo>
                  <a:lnTo>
                    <a:pt x="0" y="833"/>
                  </a:lnTo>
                  <a:lnTo>
                    <a:pt x="0" y="811"/>
                  </a:lnTo>
                  <a:lnTo>
                    <a:pt x="0" y="788"/>
                  </a:lnTo>
                  <a:lnTo>
                    <a:pt x="1" y="764"/>
                  </a:lnTo>
                  <a:lnTo>
                    <a:pt x="4" y="742"/>
                  </a:lnTo>
                  <a:lnTo>
                    <a:pt x="9" y="720"/>
                  </a:lnTo>
                  <a:lnTo>
                    <a:pt x="12" y="697"/>
                  </a:lnTo>
                  <a:lnTo>
                    <a:pt x="19" y="675"/>
                  </a:lnTo>
                  <a:lnTo>
                    <a:pt x="26" y="654"/>
                  </a:lnTo>
                  <a:lnTo>
                    <a:pt x="33" y="633"/>
                  </a:lnTo>
                  <a:lnTo>
                    <a:pt x="42" y="612"/>
                  </a:lnTo>
                  <a:lnTo>
                    <a:pt x="52" y="592"/>
                  </a:lnTo>
                  <a:lnTo>
                    <a:pt x="63" y="573"/>
                  </a:lnTo>
                  <a:lnTo>
                    <a:pt x="75" y="554"/>
                  </a:lnTo>
                  <a:lnTo>
                    <a:pt x="88" y="536"/>
                  </a:lnTo>
                  <a:lnTo>
                    <a:pt x="101" y="517"/>
                  </a:lnTo>
                  <a:lnTo>
                    <a:pt x="115" y="500"/>
                  </a:lnTo>
                  <a:lnTo>
                    <a:pt x="130" y="484"/>
                  </a:lnTo>
                  <a:lnTo>
                    <a:pt x="146" y="468"/>
                  </a:lnTo>
                  <a:lnTo>
                    <a:pt x="163" y="453"/>
                  </a:lnTo>
                  <a:lnTo>
                    <a:pt x="180" y="438"/>
                  </a:lnTo>
                  <a:lnTo>
                    <a:pt x="199" y="425"/>
                  </a:lnTo>
                  <a:lnTo>
                    <a:pt x="217" y="412"/>
                  </a:lnTo>
                  <a:lnTo>
                    <a:pt x="237" y="401"/>
                  </a:lnTo>
                  <a:lnTo>
                    <a:pt x="258" y="390"/>
                  </a:lnTo>
                  <a:lnTo>
                    <a:pt x="279" y="380"/>
                  </a:lnTo>
                  <a:lnTo>
                    <a:pt x="300" y="372"/>
                  </a:lnTo>
                  <a:lnTo>
                    <a:pt x="322" y="364"/>
                  </a:lnTo>
                  <a:lnTo>
                    <a:pt x="344" y="357"/>
                  </a:lnTo>
                  <a:lnTo>
                    <a:pt x="368" y="352"/>
                  </a:lnTo>
                  <a:lnTo>
                    <a:pt x="1964" y="10"/>
                  </a:lnTo>
                  <a:lnTo>
                    <a:pt x="1987" y="6"/>
                  </a:lnTo>
                  <a:lnTo>
                    <a:pt x="2011" y="2"/>
                  </a:lnTo>
                  <a:lnTo>
                    <a:pt x="2034" y="0"/>
                  </a:lnTo>
                  <a:lnTo>
                    <a:pt x="2058" y="0"/>
                  </a:lnTo>
                  <a:lnTo>
                    <a:pt x="2081" y="0"/>
                  </a:lnTo>
                  <a:lnTo>
                    <a:pt x="2103" y="1"/>
                  </a:lnTo>
                  <a:lnTo>
                    <a:pt x="2127" y="4"/>
                  </a:lnTo>
                  <a:lnTo>
                    <a:pt x="2149" y="9"/>
                  </a:lnTo>
                  <a:lnTo>
                    <a:pt x="2171" y="12"/>
                  </a:lnTo>
                  <a:lnTo>
                    <a:pt x="2192" y="18"/>
                  </a:lnTo>
                  <a:lnTo>
                    <a:pt x="2214" y="26"/>
                  </a:lnTo>
                  <a:lnTo>
                    <a:pt x="2235" y="33"/>
                  </a:lnTo>
                  <a:lnTo>
                    <a:pt x="2256" y="42"/>
                  </a:lnTo>
                  <a:lnTo>
                    <a:pt x="2276" y="52"/>
                  </a:lnTo>
                  <a:lnTo>
                    <a:pt x="2296" y="63"/>
                  </a:lnTo>
                  <a:lnTo>
                    <a:pt x="2314" y="74"/>
                  </a:lnTo>
                  <a:lnTo>
                    <a:pt x="2333" y="88"/>
                  </a:lnTo>
                  <a:lnTo>
                    <a:pt x="2350" y="101"/>
                  </a:lnTo>
                  <a:lnTo>
                    <a:pt x="2367" y="115"/>
                  </a:lnTo>
                  <a:lnTo>
                    <a:pt x="2385" y="130"/>
                  </a:lnTo>
                  <a:lnTo>
                    <a:pt x="2401" y="146"/>
                  </a:lnTo>
                  <a:lnTo>
                    <a:pt x="2416" y="163"/>
                  </a:lnTo>
                  <a:lnTo>
                    <a:pt x="2429" y="180"/>
                  </a:lnTo>
                  <a:lnTo>
                    <a:pt x="2443" y="199"/>
                  </a:lnTo>
                  <a:lnTo>
                    <a:pt x="2455" y="217"/>
                  </a:lnTo>
                  <a:lnTo>
                    <a:pt x="2467" y="237"/>
                  </a:lnTo>
                  <a:lnTo>
                    <a:pt x="2479" y="258"/>
                  </a:lnTo>
                  <a:lnTo>
                    <a:pt x="2488" y="279"/>
                  </a:lnTo>
                  <a:lnTo>
                    <a:pt x="2497" y="300"/>
                  </a:lnTo>
                  <a:lnTo>
                    <a:pt x="2504" y="322"/>
                  </a:lnTo>
                  <a:lnTo>
                    <a:pt x="2511" y="344"/>
                  </a:lnTo>
                  <a:lnTo>
                    <a:pt x="2517" y="3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0951" tIns="30475" rIns="60951" bIns="30475" numCol="1" anchor="t" anchorCtr="0" compatLnSpc="1"/>
            <a:lstStyle/>
            <a:p>
              <a:endParaRPr lang="ru-RU" sz="1200"/>
            </a:p>
          </p:txBody>
        </p:sp>
        <p:sp>
          <p:nvSpPr>
            <p:cNvPr id="7" name="Freeform 7"/>
            <p:cNvSpPr/>
            <p:nvPr/>
          </p:nvSpPr>
          <p:spPr bwMode="auto">
            <a:xfrm>
              <a:off x="6506199" y="4266181"/>
              <a:ext cx="1215761" cy="659673"/>
            </a:xfrm>
            <a:custGeom>
              <a:avLst/>
              <a:gdLst>
                <a:gd name="T0" fmla="*/ 2228 w 2231"/>
                <a:gd name="T1" fmla="*/ 414 h 1209"/>
                <a:gd name="T2" fmla="*/ 2231 w 2231"/>
                <a:gd name="T3" fmla="*/ 485 h 1209"/>
                <a:gd name="T4" fmla="*/ 2223 w 2231"/>
                <a:gd name="T5" fmla="*/ 553 h 1209"/>
                <a:gd name="T6" fmla="*/ 2206 w 2231"/>
                <a:gd name="T7" fmla="*/ 618 h 1209"/>
                <a:gd name="T8" fmla="*/ 2179 w 2231"/>
                <a:gd name="T9" fmla="*/ 680 h 1209"/>
                <a:gd name="T10" fmla="*/ 2144 w 2231"/>
                <a:gd name="T11" fmla="*/ 737 h 1209"/>
                <a:gd name="T12" fmla="*/ 2101 w 2231"/>
                <a:gd name="T13" fmla="*/ 788 h 1209"/>
                <a:gd name="T14" fmla="*/ 2050 w 2231"/>
                <a:gd name="T15" fmla="*/ 834 h 1209"/>
                <a:gd name="T16" fmla="*/ 1994 w 2231"/>
                <a:gd name="T17" fmla="*/ 871 h 1209"/>
                <a:gd name="T18" fmla="*/ 1931 w 2231"/>
                <a:gd name="T19" fmla="*/ 901 h 1209"/>
                <a:gd name="T20" fmla="*/ 1863 w 2231"/>
                <a:gd name="T21" fmla="*/ 920 h 1209"/>
                <a:gd name="T22" fmla="*/ 516 w 2231"/>
                <a:gd name="T23" fmla="*/ 1206 h 1209"/>
                <a:gd name="T24" fmla="*/ 446 w 2231"/>
                <a:gd name="T25" fmla="*/ 1208 h 1209"/>
                <a:gd name="T26" fmla="*/ 378 w 2231"/>
                <a:gd name="T27" fmla="*/ 1201 h 1209"/>
                <a:gd name="T28" fmla="*/ 313 w 2231"/>
                <a:gd name="T29" fmla="*/ 1183 h 1209"/>
                <a:gd name="T30" fmla="*/ 251 w 2231"/>
                <a:gd name="T31" fmla="*/ 1156 h 1209"/>
                <a:gd name="T32" fmla="*/ 194 w 2231"/>
                <a:gd name="T33" fmla="*/ 1122 h 1209"/>
                <a:gd name="T34" fmla="*/ 142 w 2231"/>
                <a:gd name="T35" fmla="*/ 1078 h 1209"/>
                <a:gd name="T36" fmla="*/ 98 w 2231"/>
                <a:gd name="T37" fmla="*/ 1028 h 1209"/>
                <a:gd name="T38" fmla="*/ 59 w 2231"/>
                <a:gd name="T39" fmla="*/ 971 h 1209"/>
                <a:gd name="T40" fmla="*/ 30 w 2231"/>
                <a:gd name="T41" fmla="*/ 909 h 1209"/>
                <a:gd name="T42" fmla="*/ 10 w 2231"/>
                <a:gd name="T43" fmla="*/ 840 h 1209"/>
                <a:gd name="T44" fmla="*/ 0 w 2231"/>
                <a:gd name="T45" fmla="*/ 770 h 1209"/>
                <a:gd name="T46" fmla="*/ 1 w 2231"/>
                <a:gd name="T47" fmla="*/ 701 h 1209"/>
                <a:gd name="T48" fmla="*/ 13 w 2231"/>
                <a:gd name="T49" fmla="*/ 634 h 1209"/>
                <a:gd name="T50" fmla="*/ 34 w 2231"/>
                <a:gd name="T51" fmla="*/ 570 h 1209"/>
                <a:gd name="T52" fmla="*/ 63 w 2231"/>
                <a:gd name="T53" fmla="*/ 509 h 1209"/>
                <a:gd name="T54" fmla="*/ 100 w 2231"/>
                <a:gd name="T55" fmla="*/ 454 h 1209"/>
                <a:gd name="T56" fmla="*/ 146 w 2231"/>
                <a:gd name="T57" fmla="*/ 404 h 1209"/>
                <a:gd name="T58" fmla="*/ 199 w 2231"/>
                <a:gd name="T59" fmla="*/ 361 h 1209"/>
                <a:gd name="T60" fmla="*/ 257 w 2231"/>
                <a:gd name="T61" fmla="*/ 327 h 1209"/>
                <a:gd name="T62" fmla="*/ 322 w 2231"/>
                <a:gd name="T63" fmla="*/ 300 h 1209"/>
                <a:gd name="T64" fmla="*/ 1668 w 2231"/>
                <a:gd name="T65" fmla="*/ 9 h 1209"/>
                <a:gd name="T66" fmla="*/ 1738 w 2231"/>
                <a:gd name="T67" fmla="*/ 0 h 1209"/>
                <a:gd name="T68" fmla="*/ 1808 w 2231"/>
                <a:gd name="T69" fmla="*/ 1 h 1209"/>
                <a:gd name="T70" fmla="*/ 1875 w 2231"/>
                <a:gd name="T71" fmla="*/ 12 h 1209"/>
                <a:gd name="T72" fmla="*/ 1939 w 2231"/>
                <a:gd name="T73" fmla="*/ 33 h 1209"/>
                <a:gd name="T74" fmla="*/ 2000 w 2231"/>
                <a:gd name="T75" fmla="*/ 63 h 1209"/>
                <a:gd name="T76" fmla="*/ 2055 w 2231"/>
                <a:gd name="T77" fmla="*/ 101 h 1209"/>
                <a:gd name="T78" fmla="*/ 2105 w 2231"/>
                <a:gd name="T79" fmla="*/ 145 h 1209"/>
                <a:gd name="T80" fmla="*/ 2147 w 2231"/>
                <a:gd name="T81" fmla="*/ 198 h 1209"/>
                <a:gd name="T82" fmla="*/ 2182 w 2231"/>
                <a:gd name="T83" fmla="*/ 258 h 1209"/>
                <a:gd name="T84" fmla="*/ 2208 w 2231"/>
                <a:gd name="T85" fmla="*/ 322 h 1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31" h="1209">
                  <a:moveTo>
                    <a:pt x="2221" y="367"/>
                  </a:moveTo>
                  <a:lnTo>
                    <a:pt x="2226" y="391"/>
                  </a:lnTo>
                  <a:lnTo>
                    <a:pt x="2228" y="414"/>
                  </a:lnTo>
                  <a:lnTo>
                    <a:pt x="2231" y="438"/>
                  </a:lnTo>
                  <a:lnTo>
                    <a:pt x="2231" y="461"/>
                  </a:lnTo>
                  <a:lnTo>
                    <a:pt x="2231" y="485"/>
                  </a:lnTo>
                  <a:lnTo>
                    <a:pt x="2229" y="508"/>
                  </a:lnTo>
                  <a:lnTo>
                    <a:pt x="2227" y="530"/>
                  </a:lnTo>
                  <a:lnTo>
                    <a:pt x="2223" y="553"/>
                  </a:lnTo>
                  <a:lnTo>
                    <a:pt x="2218" y="575"/>
                  </a:lnTo>
                  <a:lnTo>
                    <a:pt x="2212" y="597"/>
                  </a:lnTo>
                  <a:lnTo>
                    <a:pt x="2206" y="618"/>
                  </a:lnTo>
                  <a:lnTo>
                    <a:pt x="2197" y="639"/>
                  </a:lnTo>
                  <a:lnTo>
                    <a:pt x="2189" y="660"/>
                  </a:lnTo>
                  <a:lnTo>
                    <a:pt x="2179" y="680"/>
                  </a:lnTo>
                  <a:lnTo>
                    <a:pt x="2168" y="699"/>
                  </a:lnTo>
                  <a:lnTo>
                    <a:pt x="2156" y="718"/>
                  </a:lnTo>
                  <a:lnTo>
                    <a:pt x="2144" y="737"/>
                  </a:lnTo>
                  <a:lnTo>
                    <a:pt x="2131" y="755"/>
                  </a:lnTo>
                  <a:lnTo>
                    <a:pt x="2116" y="772"/>
                  </a:lnTo>
                  <a:lnTo>
                    <a:pt x="2101" y="788"/>
                  </a:lnTo>
                  <a:lnTo>
                    <a:pt x="2085" y="804"/>
                  </a:lnTo>
                  <a:lnTo>
                    <a:pt x="2068" y="819"/>
                  </a:lnTo>
                  <a:lnTo>
                    <a:pt x="2050" y="834"/>
                  </a:lnTo>
                  <a:lnTo>
                    <a:pt x="2032" y="846"/>
                  </a:lnTo>
                  <a:lnTo>
                    <a:pt x="2013" y="860"/>
                  </a:lnTo>
                  <a:lnTo>
                    <a:pt x="1994" y="871"/>
                  </a:lnTo>
                  <a:lnTo>
                    <a:pt x="1974" y="882"/>
                  </a:lnTo>
                  <a:lnTo>
                    <a:pt x="1953" y="892"/>
                  </a:lnTo>
                  <a:lnTo>
                    <a:pt x="1931" y="901"/>
                  </a:lnTo>
                  <a:lnTo>
                    <a:pt x="1908" y="908"/>
                  </a:lnTo>
                  <a:lnTo>
                    <a:pt x="1886" y="916"/>
                  </a:lnTo>
                  <a:lnTo>
                    <a:pt x="1863" y="920"/>
                  </a:lnTo>
                  <a:lnTo>
                    <a:pt x="563" y="1198"/>
                  </a:lnTo>
                  <a:lnTo>
                    <a:pt x="540" y="1203"/>
                  </a:lnTo>
                  <a:lnTo>
                    <a:pt x="516" y="1206"/>
                  </a:lnTo>
                  <a:lnTo>
                    <a:pt x="493" y="1208"/>
                  </a:lnTo>
                  <a:lnTo>
                    <a:pt x="469" y="1209"/>
                  </a:lnTo>
                  <a:lnTo>
                    <a:pt x="446" y="1208"/>
                  </a:lnTo>
                  <a:lnTo>
                    <a:pt x="424" y="1207"/>
                  </a:lnTo>
                  <a:lnTo>
                    <a:pt x="400" y="1204"/>
                  </a:lnTo>
                  <a:lnTo>
                    <a:pt x="378" y="1201"/>
                  </a:lnTo>
                  <a:lnTo>
                    <a:pt x="356" y="1196"/>
                  </a:lnTo>
                  <a:lnTo>
                    <a:pt x="333" y="1190"/>
                  </a:lnTo>
                  <a:lnTo>
                    <a:pt x="313" y="1183"/>
                  </a:lnTo>
                  <a:lnTo>
                    <a:pt x="292" y="1175"/>
                  </a:lnTo>
                  <a:lnTo>
                    <a:pt x="271" y="1166"/>
                  </a:lnTo>
                  <a:lnTo>
                    <a:pt x="251" y="1156"/>
                  </a:lnTo>
                  <a:lnTo>
                    <a:pt x="231" y="1146"/>
                  </a:lnTo>
                  <a:lnTo>
                    <a:pt x="213" y="1134"/>
                  </a:lnTo>
                  <a:lnTo>
                    <a:pt x="194" y="1122"/>
                  </a:lnTo>
                  <a:lnTo>
                    <a:pt x="176" y="1108"/>
                  </a:lnTo>
                  <a:lnTo>
                    <a:pt x="159" y="1093"/>
                  </a:lnTo>
                  <a:lnTo>
                    <a:pt x="142" y="1078"/>
                  </a:lnTo>
                  <a:lnTo>
                    <a:pt x="126" y="1062"/>
                  </a:lnTo>
                  <a:lnTo>
                    <a:pt x="111" y="1046"/>
                  </a:lnTo>
                  <a:lnTo>
                    <a:pt x="98" y="1028"/>
                  </a:lnTo>
                  <a:lnTo>
                    <a:pt x="84" y="1011"/>
                  </a:lnTo>
                  <a:lnTo>
                    <a:pt x="72" y="991"/>
                  </a:lnTo>
                  <a:lnTo>
                    <a:pt x="59" y="971"/>
                  </a:lnTo>
                  <a:lnTo>
                    <a:pt x="48" y="951"/>
                  </a:lnTo>
                  <a:lnTo>
                    <a:pt x="39" y="930"/>
                  </a:lnTo>
                  <a:lnTo>
                    <a:pt x="30" y="909"/>
                  </a:lnTo>
                  <a:lnTo>
                    <a:pt x="22" y="887"/>
                  </a:lnTo>
                  <a:lnTo>
                    <a:pt x="16" y="864"/>
                  </a:lnTo>
                  <a:lnTo>
                    <a:pt x="10" y="840"/>
                  </a:lnTo>
                  <a:lnTo>
                    <a:pt x="6" y="817"/>
                  </a:lnTo>
                  <a:lnTo>
                    <a:pt x="3" y="793"/>
                  </a:lnTo>
                  <a:lnTo>
                    <a:pt x="0" y="770"/>
                  </a:lnTo>
                  <a:lnTo>
                    <a:pt x="0" y="746"/>
                  </a:lnTo>
                  <a:lnTo>
                    <a:pt x="0" y="724"/>
                  </a:lnTo>
                  <a:lnTo>
                    <a:pt x="1" y="701"/>
                  </a:lnTo>
                  <a:lnTo>
                    <a:pt x="4" y="679"/>
                  </a:lnTo>
                  <a:lnTo>
                    <a:pt x="8" y="655"/>
                  </a:lnTo>
                  <a:lnTo>
                    <a:pt x="13" y="634"/>
                  </a:lnTo>
                  <a:lnTo>
                    <a:pt x="19" y="612"/>
                  </a:lnTo>
                  <a:lnTo>
                    <a:pt x="26" y="591"/>
                  </a:lnTo>
                  <a:lnTo>
                    <a:pt x="34" y="570"/>
                  </a:lnTo>
                  <a:lnTo>
                    <a:pt x="42" y="549"/>
                  </a:lnTo>
                  <a:lnTo>
                    <a:pt x="52" y="529"/>
                  </a:lnTo>
                  <a:lnTo>
                    <a:pt x="63" y="509"/>
                  </a:lnTo>
                  <a:lnTo>
                    <a:pt x="74" y="490"/>
                  </a:lnTo>
                  <a:lnTo>
                    <a:pt x="88" y="471"/>
                  </a:lnTo>
                  <a:lnTo>
                    <a:pt x="100" y="454"/>
                  </a:lnTo>
                  <a:lnTo>
                    <a:pt x="115" y="437"/>
                  </a:lnTo>
                  <a:lnTo>
                    <a:pt x="130" y="421"/>
                  </a:lnTo>
                  <a:lnTo>
                    <a:pt x="146" y="404"/>
                  </a:lnTo>
                  <a:lnTo>
                    <a:pt x="163" y="390"/>
                  </a:lnTo>
                  <a:lnTo>
                    <a:pt x="180" y="375"/>
                  </a:lnTo>
                  <a:lnTo>
                    <a:pt x="199" y="361"/>
                  </a:lnTo>
                  <a:lnTo>
                    <a:pt x="217" y="349"/>
                  </a:lnTo>
                  <a:lnTo>
                    <a:pt x="237" y="338"/>
                  </a:lnTo>
                  <a:lnTo>
                    <a:pt x="257" y="327"/>
                  </a:lnTo>
                  <a:lnTo>
                    <a:pt x="278" y="317"/>
                  </a:lnTo>
                  <a:lnTo>
                    <a:pt x="300" y="308"/>
                  </a:lnTo>
                  <a:lnTo>
                    <a:pt x="322" y="300"/>
                  </a:lnTo>
                  <a:lnTo>
                    <a:pt x="345" y="293"/>
                  </a:lnTo>
                  <a:lnTo>
                    <a:pt x="368" y="287"/>
                  </a:lnTo>
                  <a:lnTo>
                    <a:pt x="1668" y="9"/>
                  </a:lnTo>
                  <a:lnTo>
                    <a:pt x="1691" y="6"/>
                  </a:lnTo>
                  <a:lnTo>
                    <a:pt x="1715" y="2"/>
                  </a:lnTo>
                  <a:lnTo>
                    <a:pt x="1738" y="0"/>
                  </a:lnTo>
                  <a:lnTo>
                    <a:pt x="1762" y="0"/>
                  </a:lnTo>
                  <a:lnTo>
                    <a:pt x="1785" y="0"/>
                  </a:lnTo>
                  <a:lnTo>
                    <a:pt x="1808" y="1"/>
                  </a:lnTo>
                  <a:lnTo>
                    <a:pt x="1831" y="3"/>
                  </a:lnTo>
                  <a:lnTo>
                    <a:pt x="1853" y="7"/>
                  </a:lnTo>
                  <a:lnTo>
                    <a:pt x="1875" y="12"/>
                  </a:lnTo>
                  <a:lnTo>
                    <a:pt x="1897" y="18"/>
                  </a:lnTo>
                  <a:lnTo>
                    <a:pt x="1918" y="25"/>
                  </a:lnTo>
                  <a:lnTo>
                    <a:pt x="1939" y="33"/>
                  </a:lnTo>
                  <a:lnTo>
                    <a:pt x="1960" y="42"/>
                  </a:lnTo>
                  <a:lnTo>
                    <a:pt x="1980" y="51"/>
                  </a:lnTo>
                  <a:lnTo>
                    <a:pt x="2000" y="63"/>
                  </a:lnTo>
                  <a:lnTo>
                    <a:pt x="2018" y="74"/>
                  </a:lnTo>
                  <a:lnTo>
                    <a:pt x="2037" y="87"/>
                  </a:lnTo>
                  <a:lnTo>
                    <a:pt x="2055" y="101"/>
                  </a:lnTo>
                  <a:lnTo>
                    <a:pt x="2073" y="114"/>
                  </a:lnTo>
                  <a:lnTo>
                    <a:pt x="2089" y="129"/>
                  </a:lnTo>
                  <a:lnTo>
                    <a:pt x="2105" y="145"/>
                  </a:lnTo>
                  <a:lnTo>
                    <a:pt x="2119" y="163"/>
                  </a:lnTo>
                  <a:lnTo>
                    <a:pt x="2134" y="180"/>
                  </a:lnTo>
                  <a:lnTo>
                    <a:pt x="2147" y="198"/>
                  </a:lnTo>
                  <a:lnTo>
                    <a:pt x="2160" y="217"/>
                  </a:lnTo>
                  <a:lnTo>
                    <a:pt x="2171" y="237"/>
                  </a:lnTo>
                  <a:lnTo>
                    <a:pt x="2182" y="258"/>
                  </a:lnTo>
                  <a:lnTo>
                    <a:pt x="2192" y="277"/>
                  </a:lnTo>
                  <a:lnTo>
                    <a:pt x="2201" y="300"/>
                  </a:lnTo>
                  <a:lnTo>
                    <a:pt x="2208" y="322"/>
                  </a:lnTo>
                  <a:lnTo>
                    <a:pt x="2216" y="344"/>
                  </a:lnTo>
                  <a:lnTo>
                    <a:pt x="2221" y="3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0951" tIns="30475" rIns="60951" bIns="30475" numCol="1" anchor="t" anchorCtr="0" compatLnSpc="1"/>
            <a:lstStyle/>
            <a:p>
              <a:endParaRPr lang="ru-RU" sz="1200"/>
            </a:p>
          </p:txBody>
        </p:sp>
      </p:grpSp>
      <p:sp>
        <p:nvSpPr>
          <p:cNvPr id="8" name="Freeform 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4253897" y="3694625"/>
            <a:ext cx="851083" cy="390292"/>
          </a:xfrm>
          <a:custGeom>
            <a:avLst/>
            <a:gdLst>
              <a:gd name="T0" fmla="*/ 2340 w 2340"/>
              <a:gd name="T1" fmla="*/ 1074 h 1074"/>
              <a:gd name="T2" fmla="*/ 0 w 2340"/>
              <a:gd name="T3" fmla="*/ 1074 h 1074"/>
              <a:gd name="T4" fmla="*/ 0 w 2340"/>
              <a:gd name="T5" fmla="*/ 478 h 1074"/>
              <a:gd name="T6" fmla="*/ 2340 w 2340"/>
              <a:gd name="T7" fmla="*/ 0 h 1074"/>
              <a:gd name="T8" fmla="*/ 2340 w 2340"/>
              <a:gd name="T9" fmla="*/ 1074 h 10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0" h="1074">
                <a:moveTo>
                  <a:pt x="2340" y="1074"/>
                </a:moveTo>
                <a:lnTo>
                  <a:pt x="0" y="1074"/>
                </a:lnTo>
                <a:lnTo>
                  <a:pt x="0" y="478"/>
                </a:lnTo>
                <a:lnTo>
                  <a:pt x="2340" y="0"/>
                </a:lnTo>
                <a:lnTo>
                  <a:pt x="2340" y="107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22" name="Freeform 1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4253897" y="3781115"/>
            <a:ext cx="425905" cy="303802"/>
          </a:xfrm>
          <a:custGeom>
            <a:avLst/>
            <a:gdLst>
              <a:gd name="T0" fmla="*/ 1171 w 1171"/>
              <a:gd name="T1" fmla="*/ 0 h 836"/>
              <a:gd name="T2" fmla="*/ 0 w 1171"/>
              <a:gd name="T3" fmla="*/ 240 h 836"/>
              <a:gd name="T4" fmla="*/ 0 w 1171"/>
              <a:gd name="T5" fmla="*/ 836 h 836"/>
              <a:gd name="T6" fmla="*/ 1171 w 1171"/>
              <a:gd name="T7" fmla="*/ 836 h 836"/>
              <a:gd name="T8" fmla="*/ 1171 w 1171"/>
              <a:gd name="T9" fmla="*/ 0 h 8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71" h="836">
                <a:moveTo>
                  <a:pt x="1171" y="0"/>
                </a:moveTo>
                <a:lnTo>
                  <a:pt x="0" y="240"/>
                </a:lnTo>
                <a:lnTo>
                  <a:pt x="0" y="836"/>
                </a:lnTo>
                <a:lnTo>
                  <a:pt x="1171" y="836"/>
                </a:lnTo>
                <a:lnTo>
                  <a:pt x="1171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24" name="Freeform 1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4443592" y="4343658"/>
            <a:ext cx="466605" cy="347410"/>
          </a:xfrm>
          <a:custGeom>
            <a:avLst/>
            <a:gdLst>
              <a:gd name="T0" fmla="*/ 0 w 1285"/>
              <a:gd name="T1" fmla="*/ 595 h 955"/>
              <a:gd name="T2" fmla="*/ 1 w 1285"/>
              <a:gd name="T3" fmla="*/ 632 h 955"/>
              <a:gd name="T4" fmla="*/ 8 w 1285"/>
              <a:gd name="T5" fmla="*/ 667 h 955"/>
              <a:gd name="T6" fmla="*/ 20 w 1285"/>
              <a:gd name="T7" fmla="*/ 702 h 955"/>
              <a:gd name="T8" fmla="*/ 34 w 1285"/>
              <a:gd name="T9" fmla="*/ 735 h 955"/>
              <a:gd name="T10" fmla="*/ 54 w 1285"/>
              <a:gd name="T11" fmla="*/ 766 h 955"/>
              <a:gd name="T12" fmla="*/ 76 w 1285"/>
              <a:gd name="T13" fmla="*/ 796 h 955"/>
              <a:gd name="T14" fmla="*/ 102 w 1285"/>
              <a:gd name="T15" fmla="*/ 824 h 955"/>
              <a:gd name="T16" fmla="*/ 132 w 1285"/>
              <a:gd name="T17" fmla="*/ 849 h 955"/>
              <a:gd name="T18" fmla="*/ 164 w 1285"/>
              <a:gd name="T19" fmla="*/ 872 h 955"/>
              <a:gd name="T20" fmla="*/ 199 w 1285"/>
              <a:gd name="T21" fmla="*/ 893 h 955"/>
              <a:gd name="T22" fmla="*/ 236 w 1285"/>
              <a:gd name="T23" fmla="*/ 912 h 955"/>
              <a:gd name="T24" fmla="*/ 275 w 1285"/>
              <a:gd name="T25" fmla="*/ 927 h 955"/>
              <a:gd name="T26" fmla="*/ 316 w 1285"/>
              <a:gd name="T27" fmla="*/ 939 h 955"/>
              <a:gd name="T28" fmla="*/ 359 w 1285"/>
              <a:gd name="T29" fmla="*/ 948 h 955"/>
              <a:gd name="T30" fmla="*/ 405 w 1285"/>
              <a:gd name="T31" fmla="*/ 953 h 955"/>
              <a:gd name="T32" fmla="*/ 450 w 1285"/>
              <a:gd name="T33" fmla="*/ 955 h 955"/>
              <a:gd name="T34" fmla="*/ 856 w 1285"/>
              <a:gd name="T35" fmla="*/ 955 h 955"/>
              <a:gd name="T36" fmla="*/ 902 w 1285"/>
              <a:gd name="T37" fmla="*/ 951 h 955"/>
              <a:gd name="T38" fmla="*/ 946 w 1285"/>
              <a:gd name="T39" fmla="*/ 944 h 955"/>
              <a:gd name="T40" fmla="*/ 988 w 1285"/>
              <a:gd name="T41" fmla="*/ 933 h 955"/>
              <a:gd name="T42" fmla="*/ 1029 w 1285"/>
              <a:gd name="T43" fmla="*/ 919 h 955"/>
              <a:gd name="T44" fmla="*/ 1067 w 1285"/>
              <a:gd name="T45" fmla="*/ 903 h 955"/>
              <a:gd name="T46" fmla="*/ 1103 w 1285"/>
              <a:gd name="T47" fmla="*/ 883 h 955"/>
              <a:gd name="T48" fmla="*/ 1137 w 1285"/>
              <a:gd name="T49" fmla="*/ 861 h 955"/>
              <a:gd name="T50" fmla="*/ 1167 w 1285"/>
              <a:gd name="T51" fmla="*/ 836 h 955"/>
              <a:gd name="T52" fmla="*/ 1195 w 1285"/>
              <a:gd name="T53" fmla="*/ 811 h 955"/>
              <a:gd name="T54" fmla="*/ 1219 w 1285"/>
              <a:gd name="T55" fmla="*/ 781 h 955"/>
              <a:gd name="T56" fmla="*/ 1240 w 1285"/>
              <a:gd name="T57" fmla="*/ 751 h 955"/>
              <a:gd name="T58" fmla="*/ 1257 w 1285"/>
              <a:gd name="T59" fmla="*/ 718 h 955"/>
              <a:gd name="T60" fmla="*/ 1271 w 1285"/>
              <a:gd name="T61" fmla="*/ 685 h 955"/>
              <a:gd name="T62" fmla="*/ 1280 w 1285"/>
              <a:gd name="T63" fmla="*/ 649 h 955"/>
              <a:gd name="T64" fmla="*/ 1285 w 1285"/>
              <a:gd name="T65" fmla="*/ 613 h 955"/>
              <a:gd name="T66" fmla="*/ 1285 w 1285"/>
              <a:gd name="T67" fmla="*/ 0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85" h="955">
                <a:moveTo>
                  <a:pt x="0" y="0"/>
                </a:moveTo>
                <a:lnTo>
                  <a:pt x="0" y="595"/>
                </a:lnTo>
                <a:lnTo>
                  <a:pt x="0" y="613"/>
                </a:lnTo>
                <a:lnTo>
                  <a:pt x="1" y="632"/>
                </a:lnTo>
                <a:lnTo>
                  <a:pt x="5" y="649"/>
                </a:lnTo>
                <a:lnTo>
                  <a:pt x="8" y="667"/>
                </a:lnTo>
                <a:lnTo>
                  <a:pt x="13" y="685"/>
                </a:lnTo>
                <a:lnTo>
                  <a:pt x="20" y="702"/>
                </a:lnTo>
                <a:lnTo>
                  <a:pt x="27" y="718"/>
                </a:lnTo>
                <a:lnTo>
                  <a:pt x="34" y="735"/>
                </a:lnTo>
                <a:lnTo>
                  <a:pt x="44" y="751"/>
                </a:lnTo>
                <a:lnTo>
                  <a:pt x="54" y="766"/>
                </a:lnTo>
                <a:lnTo>
                  <a:pt x="64" y="781"/>
                </a:lnTo>
                <a:lnTo>
                  <a:pt x="76" y="796"/>
                </a:lnTo>
                <a:lnTo>
                  <a:pt x="89" y="811"/>
                </a:lnTo>
                <a:lnTo>
                  <a:pt x="102" y="824"/>
                </a:lnTo>
                <a:lnTo>
                  <a:pt x="116" y="836"/>
                </a:lnTo>
                <a:lnTo>
                  <a:pt x="132" y="849"/>
                </a:lnTo>
                <a:lnTo>
                  <a:pt x="147" y="861"/>
                </a:lnTo>
                <a:lnTo>
                  <a:pt x="164" y="872"/>
                </a:lnTo>
                <a:lnTo>
                  <a:pt x="180" y="883"/>
                </a:lnTo>
                <a:lnTo>
                  <a:pt x="199" y="893"/>
                </a:lnTo>
                <a:lnTo>
                  <a:pt x="217" y="903"/>
                </a:lnTo>
                <a:lnTo>
                  <a:pt x="236" y="912"/>
                </a:lnTo>
                <a:lnTo>
                  <a:pt x="255" y="919"/>
                </a:lnTo>
                <a:lnTo>
                  <a:pt x="275" y="927"/>
                </a:lnTo>
                <a:lnTo>
                  <a:pt x="295" y="933"/>
                </a:lnTo>
                <a:lnTo>
                  <a:pt x="316" y="939"/>
                </a:lnTo>
                <a:lnTo>
                  <a:pt x="338" y="944"/>
                </a:lnTo>
                <a:lnTo>
                  <a:pt x="359" y="948"/>
                </a:lnTo>
                <a:lnTo>
                  <a:pt x="381" y="951"/>
                </a:lnTo>
                <a:lnTo>
                  <a:pt x="405" y="953"/>
                </a:lnTo>
                <a:lnTo>
                  <a:pt x="427" y="955"/>
                </a:lnTo>
                <a:lnTo>
                  <a:pt x="450" y="955"/>
                </a:lnTo>
                <a:lnTo>
                  <a:pt x="834" y="955"/>
                </a:lnTo>
                <a:lnTo>
                  <a:pt x="856" y="955"/>
                </a:lnTo>
                <a:lnTo>
                  <a:pt x="880" y="953"/>
                </a:lnTo>
                <a:lnTo>
                  <a:pt x="902" y="951"/>
                </a:lnTo>
                <a:lnTo>
                  <a:pt x="924" y="948"/>
                </a:lnTo>
                <a:lnTo>
                  <a:pt x="946" y="944"/>
                </a:lnTo>
                <a:lnTo>
                  <a:pt x="967" y="939"/>
                </a:lnTo>
                <a:lnTo>
                  <a:pt x="988" y="933"/>
                </a:lnTo>
                <a:lnTo>
                  <a:pt x="1009" y="927"/>
                </a:lnTo>
                <a:lnTo>
                  <a:pt x="1029" y="919"/>
                </a:lnTo>
                <a:lnTo>
                  <a:pt x="1049" y="912"/>
                </a:lnTo>
                <a:lnTo>
                  <a:pt x="1067" y="903"/>
                </a:lnTo>
                <a:lnTo>
                  <a:pt x="1086" y="893"/>
                </a:lnTo>
                <a:lnTo>
                  <a:pt x="1103" y="883"/>
                </a:lnTo>
                <a:lnTo>
                  <a:pt x="1120" y="872"/>
                </a:lnTo>
                <a:lnTo>
                  <a:pt x="1137" y="861"/>
                </a:lnTo>
                <a:lnTo>
                  <a:pt x="1153" y="849"/>
                </a:lnTo>
                <a:lnTo>
                  <a:pt x="1167" y="836"/>
                </a:lnTo>
                <a:lnTo>
                  <a:pt x="1182" y="824"/>
                </a:lnTo>
                <a:lnTo>
                  <a:pt x="1195" y="811"/>
                </a:lnTo>
                <a:lnTo>
                  <a:pt x="1208" y="796"/>
                </a:lnTo>
                <a:lnTo>
                  <a:pt x="1219" y="781"/>
                </a:lnTo>
                <a:lnTo>
                  <a:pt x="1230" y="766"/>
                </a:lnTo>
                <a:lnTo>
                  <a:pt x="1240" y="751"/>
                </a:lnTo>
                <a:lnTo>
                  <a:pt x="1249" y="735"/>
                </a:lnTo>
                <a:lnTo>
                  <a:pt x="1257" y="718"/>
                </a:lnTo>
                <a:lnTo>
                  <a:pt x="1265" y="702"/>
                </a:lnTo>
                <a:lnTo>
                  <a:pt x="1271" y="685"/>
                </a:lnTo>
                <a:lnTo>
                  <a:pt x="1276" y="667"/>
                </a:lnTo>
                <a:lnTo>
                  <a:pt x="1280" y="649"/>
                </a:lnTo>
                <a:lnTo>
                  <a:pt x="1282" y="632"/>
                </a:lnTo>
                <a:lnTo>
                  <a:pt x="1285" y="613"/>
                </a:lnTo>
                <a:lnTo>
                  <a:pt x="1285" y="595"/>
                </a:lnTo>
                <a:lnTo>
                  <a:pt x="12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5" name="Freeform 1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4443592" y="4343658"/>
            <a:ext cx="234030" cy="347410"/>
          </a:xfrm>
          <a:custGeom>
            <a:avLst/>
            <a:gdLst>
              <a:gd name="T0" fmla="*/ 644 w 644"/>
              <a:gd name="T1" fmla="*/ 0 h 955"/>
              <a:gd name="T2" fmla="*/ 0 w 644"/>
              <a:gd name="T3" fmla="*/ 0 h 955"/>
              <a:gd name="T4" fmla="*/ 0 w 644"/>
              <a:gd name="T5" fmla="*/ 595 h 955"/>
              <a:gd name="T6" fmla="*/ 0 w 644"/>
              <a:gd name="T7" fmla="*/ 613 h 955"/>
              <a:gd name="T8" fmla="*/ 1 w 644"/>
              <a:gd name="T9" fmla="*/ 632 h 955"/>
              <a:gd name="T10" fmla="*/ 5 w 644"/>
              <a:gd name="T11" fmla="*/ 649 h 955"/>
              <a:gd name="T12" fmla="*/ 8 w 644"/>
              <a:gd name="T13" fmla="*/ 667 h 955"/>
              <a:gd name="T14" fmla="*/ 13 w 644"/>
              <a:gd name="T15" fmla="*/ 685 h 955"/>
              <a:gd name="T16" fmla="*/ 20 w 644"/>
              <a:gd name="T17" fmla="*/ 702 h 955"/>
              <a:gd name="T18" fmla="*/ 27 w 644"/>
              <a:gd name="T19" fmla="*/ 718 h 955"/>
              <a:gd name="T20" fmla="*/ 34 w 644"/>
              <a:gd name="T21" fmla="*/ 735 h 955"/>
              <a:gd name="T22" fmla="*/ 44 w 644"/>
              <a:gd name="T23" fmla="*/ 751 h 955"/>
              <a:gd name="T24" fmla="*/ 54 w 644"/>
              <a:gd name="T25" fmla="*/ 766 h 955"/>
              <a:gd name="T26" fmla="*/ 64 w 644"/>
              <a:gd name="T27" fmla="*/ 781 h 955"/>
              <a:gd name="T28" fmla="*/ 76 w 644"/>
              <a:gd name="T29" fmla="*/ 796 h 955"/>
              <a:gd name="T30" fmla="*/ 89 w 644"/>
              <a:gd name="T31" fmla="*/ 811 h 955"/>
              <a:gd name="T32" fmla="*/ 102 w 644"/>
              <a:gd name="T33" fmla="*/ 824 h 955"/>
              <a:gd name="T34" fmla="*/ 116 w 644"/>
              <a:gd name="T35" fmla="*/ 836 h 955"/>
              <a:gd name="T36" fmla="*/ 132 w 644"/>
              <a:gd name="T37" fmla="*/ 849 h 955"/>
              <a:gd name="T38" fmla="*/ 147 w 644"/>
              <a:gd name="T39" fmla="*/ 861 h 955"/>
              <a:gd name="T40" fmla="*/ 164 w 644"/>
              <a:gd name="T41" fmla="*/ 872 h 955"/>
              <a:gd name="T42" fmla="*/ 180 w 644"/>
              <a:gd name="T43" fmla="*/ 883 h 955"/>
              <a:gd name="T44" fmla="*/ 199 w 644"/>
              <a:gd name="T45" fmla="*/ 893 h 955"/>
              <a:gd name="T46" fmla="*/ 217 w 644"/>
              <a:gd name="T47" fmla="*/ 903 h 955"/>
              <a:gd name="T48" fmla="*/ 236 w 644"/>
              <a:gd name="T49" fmla="*/ 912 h 955"/>
              <a:gd name="T50" fmla="*/ 255 w 644"/>
              <a:gd name="T51" fmla="*/ 919 h 955"/>
              <a:gd name="T52" fmla="*/ 275 w 644"/>
              <a:gd name="T53" fmla="*/ 927 h 955"/>
              <a:gd name="T54" fmla="*/ 295 w 644"/>
              <a:gd name="T55" fmla="*/ 933 h 955"/>
              <a:gd name="T56" fmla="*/ 316 w 644"/>
              <a:gd name="T57" fmla="*/ 939 h 955"/>
              <a:gd name="T58" fmla="*/ 338 w 644"/>
              <a:gd name="T59" fmla="*/ 944 h 955"/>
              <a:gd name="T60" fmla="*/ 359 w 644"/>
              <a:gd name="T61" fmla="*/ 948 h 955"/>
              <a:gd name="T62" fmla="*/ 381 w 644"/>
              <a:gd name="T63" fmla="*/ 951 h 955"/>
              <a:gd name="T64" fmla="*/ 405 w 644"/>
              <a:gd name="T65" fmla="*/ 953 h 955"/>
              <a:gd name="T66" fmla="*/ 427 w 644"/>
              <a:gd name="T67" fmla="*/ 955 h 955"/>
              <a:gd name="T68" fmla="*/ 450 w 644"/>
              <a:gd name="T69" fmla="*/ 955 h 955"/>
              <a:gd name="T70" fmla="*/ 644 w 644"/>
              <a:gd name="T71" fmla="*/ 955 h 955"/>
              <a:gd name="T72" fmla="*/ 644 w 644"/>
              <a:gd name="T73" fmla="*/ 0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644" h="955">
                <a:moveTo>
                  <a:pt x="644" y="0"/>
                </a:moveTo>
                <a:lnTo>
                  <a:pt x="0" y="0"/>
                </a:lnTo>
                <a:lnTo>
                  <a:pt x="0" y="595"/>
                </a:lnTo>
                <a:lnTo>
                  <a:pt x="0" y="613"/>
                </a:lnTo>
                <a:lnTo>
                  <a:pt x="1" y="632"/>
                </a:lnTo>
                <a:lnTo>
                  <a:pt x="5" y="649"/>
                </a:lnTo>
                <a:lnTo>
                  <a:pt x="8" y="667"/>
                </a:lnTo>
                <a:lnTo>
                  <a:pt x="13" y="685"/>
                </a:lnTo>
                <a:lnTo>
                  <a:pt x="20" y="702"/>
                </a:lnTo>
                <a:lnTo>
                  <a:pt x="27" y="718"/>
                </a:lnTo>
                <a:lnTo>
                  <a:pt x="34" y="735"/>
                </a:lnTo>
                <a:lnTo>
                  <a:pt x="44" y="751"/>
                </a:lnTo>
                <a:lnTo>
                  <a:pt x="54" y="766"/>
                </a:lnTo>
                <a:lnTo>
                  <a:pt x="64" y="781"/>
                </a:lnTo>
                <a:lnTo>
                  <a:pt x="76" y="796"/>
                </a:lnTo>
                <a:lnTo>
                  <a:pt x="89" y="811"/>
                </a:lnTo>
                <a:lnTo>
                  <a:pt x="102" y="824"/>
                </a:lnTo>
                <a:lnTo>
                  <a:pt x="116" y="836"/>
                </a:lnTo>
                <a:lnTo>
                  <a:pt x="132" y="849"/>
                </a:lnTo>
                <a:lnTo>
                  <a:pt x="147" y="861"/>
                </a:lnTo>
                <a:lnTo>
                  <a:pt x="164" y="872"/>
                </a:lnTo>
                <a:lnTo>
                  <a:pt x="180" y="883"/>
                </a:lnTo>
                <a:lnTo>
                  <a:pt x="199" y="893"/>
                </a:lnTo>
                <a:lnTo>
                  <a:pt x="217" y="903"/>
                </a:lnTo>
                <a:lnTo>
                  <a:pt x="236" y="912"/>
                </a:lnTo>
                <a:lnTo>
                  <a:pt x="255" y="919"/>
                </a:lnTo>
                <a:lnTo>
                  <a:pt x="275" y="927"/>
                </a:lnTo>
                <a:lnTo>
                  <a:pt x="295" y="933"/>
                </a:lnTo>
                <a:lnTo>
                  <a:pt x="316" y="939"/>
                </a:lnTo>
                <a:lnTo>
                  <a:pt x="338" y="944"/>
                </a:lnTo>
                <a:lnTo>
                  <a:pt x="359" y="948"/>
                </a:lnTo>
                <a:lnTo>
                  <a:pt x="381" y="951"/>
                </a:lnTo>
                <a:lnTo>
                  <a:pt x="405" y="953"/>
                </a:lnTo>
                <a:lnTo>
                  <a:pt x="427" y="955"/>
                </a:lnTo>
                <a:lnTo>
                  <a:pt x="450" y="955"/>
                </a:lnTo>
                <a:lnTo>
                  <a:pt x="644" y="955"/>
                </a:lnTo>
                <a:lnTo>
                  <a:pt x="644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" name="Rectangle 1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ChangeArrowheads="1"/>
          </p:cNvSpPr>
          <p:nvPr/>
        </p:nvSpPr>
        <p:spPr bwMode="auto">
          <a:xfrm>
            <a:off x="4443592" y="4343658"/>
            <a:ext cx="466605" cy="17515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Freeform 1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4353469" y="4084917"/>
            <a:ext cx="651213" cy="346684"/>
          </a:xfrm>
          <a:custGeom>
            <a:avLst/>
            <a:gdLst>
              <a:gd name="T0" fmla="*/ 0 w 1791"/>
              <a:gd name="T1" fmla="*/ 595 h 955"/>
              <a:gd name="T2" fmla="*/ 4 w 1791"/>
              <a:gd name="T3" fmla="*/ 632 h 955"/>
              <a:gd name="T4" fmla="*/ 12 w 1791"/>
              <a:gd name="T5" fmla="*/ 668 h 955"/>
              <a:gd name="T6" fmla="*/ 28 w 1791"/>
              <a:gd name="T7" fmla="*/ 702 h 955"/>
              <a:gd name="T8" fmla="*/ 49 w 1791"/>
              <a:gd name="T9" fmla="*/ 736 h 955"/>
              <a:gd name="T10" fmla="*/ 76 w 1791"/>
              <a:gd name="T11" fmla="*/ 768 h 955"/>
              <a:gd name="T12" fmla="*/ 107 w 1791"/>
              <a:gd name="T13" fmla="*/ 797 h 955"/>
              <a:gd name="T14" fmla="*/ 143 w 1791"/>
              <a:gd name="T15" fmla="*/ 825 h 955"/>
              <a:gd name="T16" fmla="*/ 184 w 1791"/>
              <a:gd name="T17" fmla="*/ 851 h 955"/>
              <a:gd name="T18" fmla="*/ 228 w 1791"/>
              <a:gd name="T19" fmla="*/ 874 h 955"/>
              <a:gd name="T20" fmla="*/ 278 w 1791"/>
              <a:gd name="T21" fmla="*/ 895 h 955"/>
              <a:gd name="T22" fmla="*/ 329 w 1791"/>
              <a:gd name="T23" fmla="*/ 912 h 955"/>
              <a:gd name="T24" fmla="*/ 384 w 1791"/>
              <a:gd name="T25" fmla="*/ 927 h 955"/>
              <a:gd name="T26" fmla="*/ 442 w 1791"/>
              <a:gd name="T27" fmla="*/ 939 h 955"/>
              <a:gd name="T28" fmla="*/ 502 w 1791"/>
              <a:gd name="T29" fmla="*/ 949 h 955"/>
              <a:gd name="T30" fmla="*/ 564 w 1791"/>
              <a:gd name="T31" fmla="*/ 954 h 955"/>
              <a:gd name="T32" fmla="*/ 628 w 1791"/>
              <a:gd name="T33" fmla="*/ 955 h 955"/>
              <a:gd name="T34" fmla="*/ 1195 w 1791"/>
              <a:gd name="T35" fmla="*/ 955 h 955"/>
              <a:gd name="T36" fmla="*/ 1258 w 1791"/>
              <a:gd name="T37" fmla="*/ 952 h 955"/>
              <a:gd name="T38" fmla="*/ 1319 w 1791"/>
              <a:gd name="T39" fmla="*/ 944 h 955"/>
              <a:gd name="T40" fmla="*/ 1379 w 1791"/>
              <a:gd name="T41" fmla="*/ 934 h 955"/>
              <a:gd name="T42" fmla="*/ 1435 w 1791"/>
              <a:gd name="T43" fmla="*/ 921 h 955"/>
              <a:gd name="T44" fmla="*/ 1488 w 1791"/>
              <a:gd name="T45" fmla="*/ 904 h 955"/>
              <a:gd name="T46" fmla="*/ 1539 w 1791"/>
              <a:gd name="T47" fmla="*/ 884 h 955"/>
              <a:gd name="T48" fmla="*/ 1585 w 1791"/>
              <a:gd name="T49" fmla="*/ 863 h 955"/>
              <a:gd name="T50" fmla="*/ 1628 w 1791"/>
              <a:gd name="T51" fmla="*/ 838 h 955"/>
              <a:gd name="T52" fmla="*/ 1666 w 1791"/>
              <a:gd name="T53" fmla="*/ 811 h 955"/>
              <a:gd name="T54" fmla="*/ 1700 w 1791"/>
              <a:gd name="T55" fmla="*/ 783 h 955"/>
              <a:gd name="T56" fmla="*/ 1729 w 1791"/>
              <a:gd name="T57" fmla="*/ 752 h 955"/>
              <a:gd name="T58" fmla="*/ 1753 w 1791"/>
              <a:gd name="T59" fmla="*/ 720 h 955"/>
              <a:gd name="T60" fmla="*/ 1771 w 1791"/>
              <a:gd name="T61" fmla="*/ 685 h 955"/>
              <a:gd name="T62" fmla="*/ 1783 w 1791"/>
              <a:gd name="T63" fmla="*/ 651 h 955"/>
              <a:gd name="T64" fmla="*/ 1790 w 1791"/>
              <a:gd name="T65" fmla="*/ 614 h 955"/>
              <a:gd name="T66" fmla="*/ 1791 w 1791"/>
              <a:gd name="T67" fmla="*/ 0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791" h="955">
                <a:moveTo>
                  <a:pt x="0" y="0"/>
                </a:moveTo>
                <a:lnTo>
                  <a:pt x="0" y="595"/>
                </a:lnTo>
                <a:lnTo>
                  <a:pt x="1" y="614"/>
                </a:lnTo>
                <a:lnTo>
                  <a:pt x="4" y="632"/>
                </a:lnTo>
                <a:lnTo>
                  <a:pt x="7" y="651"/>
                </a:lnTo>
                <a:lnTo>
                  <a:pt x="12" y="668"/>
                </a:lnTo>
                <a:lnTo>
                  <a:pt x="20" y="685"/>
                </a:lnTo>
                <a:lnTo>
                  <a:pt x="28" y="702"/>
                </a:lnTo>
                <a:lnTo>
                  <a:pt x="38" y="720"/>
                </a:lnTo>
                <a:lnTo>
                  <a:pt x="49" y="736"/>
                </a:lnTo>
                <a:lnTo>
                  <a:pt x="62" y="752"/>
                </a:lnTo>
                <a:lnTo>
                  <a:pt x="76" y="768"/>
                </a:lnTo>
                <a:lnTo>
                  <a:pt x="91" y="783"/>
                </a:lnTo>
                <a:lnTo>
                  <a:pt x="107" y="797"/>
                </a:lnTo>
                <a:lnTo>
                  <a:pt x="125" y="811"/>
                </a:lnTo>
                <a:lnTo>
                  <a:pt x="143" y="825"/>
                </a:lnTo>
                <a:lnTo>
                  <a:pt x="163" y="838"/>
                </a:lnTo>
                <a:lnTo>
                  <a:pt x="184" y="851"/>
                </a:lnTo>
                <a:lnTo>
                  <a:pt x="206" y="863"/>
                </a:lnTo>
                <a:lnTo>
                  <a:pt x="228" y="874"/>
                </a:lnTo>
                <a:lnTo>
                  <a:pt x="253" y="884"/>
                </a:lnTo>
                <a:lnTo>
                  <a:pt x="278" y="895"/>
                </a:lnTo>
                <a:lnTo>
                  <a:pt x="302" y="904"/>
                </a:lnTo>
                <a:lnTo>
                  <a:pt x="329" y="912"/>
                </a:lnTo>
                <a:lnTo>
                  <a:pt x="355" y="921"/>
                </a:lnTo>
                <a:lnTo>
                  <a:pt x="384" y="927"/>
                </a:lnTo>
                <a:lnTo>
                  <a:pt x="412" y="934"/>
                </a:lnTo>
                <a:lnTo>
                  <a:pt x="442" y="939"/>
                </a:lnTo>
                <a:lnTo>
                  <a:pt x="471" y="944"/>
                </a:lnTo>
                <a:lnTo>
                  <a:pt x="502" y="949"/>
                </a:lnTo>
                <a:lnTo>
                  <a:pt x="533" y="952"/>
                </a:lnTo>
                <a:lnTo>
                  <a:pt x="564" y="954"/>
                </a:lnTo>
                <a:lnTo>
                  <a:pt x="596" y="955"/>
                </a:lnTo>
                <a:lnTo>
                  <a:pt x="628" y="955"/>
                </a:lnTo>
                <a:lnTo>
                  <a:pt x="1163" y="955"/>
                </a:lnTo>
                <a:lnTo>
                  <a:pt x="1195" y="955"/>
                </a:lnTo>
                <a:lnTo>
                  <a:pt x="1227" y="954"/>
                </a:lnTo>
                <a:lnTo>
                  <a:pt x="1258" y="952"/>
                </a:lnTo>
                <a:lnTo>
                  <a:pt x="1290" y="949"/>
                </a:lnTo>
                <a:lnTo>
                  <a:pt x="1319" y="944"/>
                </a:lnTo>
                <a:lnTo>
                  <a:pt x="1349" y="939"/>
                </a:lnTo>
                <a:lnTo>
                  <a:pt x="1379" y="934"/>
                </a:lnTo>
                <a:lnTo>
                  <a:pt x="1407" y="927"/>
                </a:lnTo>
                <a:lnTo>
                  <a:pt x="1435" y="921"/>
                </a:lnTo>
                <a:lnTo>
                  <a:pt x="1463" y="912"/>
                </a:lnTo>
                <a:lnTo>
                  <a:pt x="1488" y="904"/>
                </a:lnTo>
                <a:lnTo>
                  <a:pt x="1514" y="895"/>
                </a:lnTo>
                <a:lnTo>
                  <a:pt x="1539" y="884"/>
                </a:lnTo>
                <a:lnTo>
                  <a:pt x="1563" y="874"/>
                </a:lnTo>
                <a:lnTo>
                  <a:pt x="1585" y="863"/>
                </a:lnTo>
                <a:lnTo>
                  <a:pt x="1607" y="851"/>
                </a:lnTo>
                <a:lnTo>
                  <a:pt x="1628" y="838"/>
                </a:lnTo>
                <a:lnTo>
                  <a:pt x="1648" y="825"/>
                </a:lnTo>
                <a:lnTo>
                  <a:pt x="1666" y="811"/>
                </a:lnTo>
                <a:lnTo>
                  <a:pt x="1683" y="797"/>
                </a:lnTo>
                <a:lnTo>
                  <a:pt x="1700" y="783"/>
                </a:lnTo>
                <a:lnTo>
                  <a:pt x="1716" y="768"/>
                </a:lnTo>
                <a:lnTo>
                  <a:pt x="1729" y="752"/>
                </a:lnTo>
                <a:lnTo>
                  <a:pt x="1741" y="736"/>
                </a:lnTo>
                <a:lnTo>
                  <a:pt x="1753" y="720"/>
                </a:lnTo>
                <a:lnTo>
                  <a:pt x="1762" y="702"/>
                </a:lnTo>
                <a:lnTo>
                  <a:pt x="1771" y="685"/>
                </a:lnTo>
                <a:lnTo>
                  <a:pt x="1779" y="668"/>
                </a:lnTo>
                <a:lnTo>
                  <a:pt x="1783" y="651"/>
                </a:lnTo>
                <a:lnTo>
                  <a:pt x="1788" y="632"/>
                </a:lnTo>
                <a:lnTo>
                  <a:pt x="1790" y="614"/>
                </a:lnTo>
                <a:lnTo>
                  <a:pt x="1791" y="595"/>
                </a:lnTo>
                <a:lnTo>
                  <a:pt x="179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35" name="Freeform 1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4353469" y="4084917"/>
            <a:ext cx="326334" cy="346684"/>
          </a:xfrm>
          <a:custGeom>
            <a:avLst/>
            <a:gdLst>
              <a:gd name="T0" fmla="*/ 897 w 897"/>
              <a:gd name="T1" fmla="*/ 0 h 955"/>
              <a:gd name="T2" fmla="*/ 0 w 897"/>
              <a:gd name="T3" fmla="*/ 0 h 955"/>
              <a:gd name="T4" fmla="*/ 0 w 897"/>
              <a:gd name="T5" fmla="*/ 595 h 955"/>
              <a:gd name="T6" fmla="*/ 1 w 897"/>
              <a:gd name="T7" fmla="*/ 614 h 955"/>
              <a:gd name="T8" fmla="*/ 4 w 897"/>
              <a:gd name="T9" fmla="*/ 632 h 955"/>
              <a:gd name="T10" fmla="*/ 7 w 897"/>
              <a:gd name="T11" fmla="*/ 651 h 955"/>
              <a:gd name="T12" fmla="*/ 12 w 897"/>
              <a:gd name="T13" fmla="*/ 668 h 955"/>
              <a:gd name="T14" fmla="*/ 20 w 897"/>
              <a:gd name="T15" fmla="*/ 685 h 955"/>
              <a:gd name="T16" fmla="*/ 28 w 897"/>
              <a:gd name="T17" fmla="*/ 702 h 955"/>
              <a:gd name="T18" fmla="*/ 38 w 897"/>
              <a:gd name="T19" fmla="*/ 720 h 955"/>
              <a:gd name="T20" fmla="*/ 49 w 897"/>
              <a:gd name="T21" fmla="*/ 736 h 955"/>
              <a:gd name="T22" fmla="*/ 62 w 897"/>
              <a:gd name="T23" fmla="*/ 752 h 955"/>
              <a:gd name="T24" fmla="*/ 76 w 897"/>
              <a:gd name="T25" fmla="*/ 768 h 955"/>
              <a:gd name="T26" fmla="*/ 91 w 897"/>
              <a:gd name="T27" fmla="*/ 783 h 955"/>
              <a:gd name="T28" fmla="*/ 107 w 897"/>
              <a:gd name="T29" fmla="*/ 797 h 955"/>
              <a:gd name="T30" fmla="*/ 125 w 897"/>
              <a:gd name="T31" fmla="*/ 811 h 955"/>
              <a:gd name="T32" fmla="*/ 143 w 897"/>
              <a:gd name="T33" fmla="*/ 825 h 955"/>
              <a:gd name="T34" fmla="*/ 163 w 897"/>
              <a:gd name="T35" fmla="*/ 838 h 955"/>
              <a:gd name="T36" fmla="*/ 184 w 897"/>
              <a:gd name="T37" fmla="*/ 851 h 955"/>
              <a:gd name="T38" fmla="*/ 206 w 897"/>
              <a:gd name="T39" fmla="*/ 863 h 955"/>
              <a:gd name="T40" fmla="*/ 228 w 897"/>
              <a:gd name="T41" fmla="*/ 874 h 955"/>
              <a:gd name="T42" fmla="*/ 253 w 897"/>
              <a:gd name="T43" fmla="*/ 884 h 955"/>
              <a:gd name="T44" fmla="*/ 278 w 897"/>
              <a:gd name="T45" fmla="*/ 895 h 955"/>
              <a:gd name="T46" fmla="*/ 302 w 897"/>
              <a:gd name="T47" fmla="*/ 904 h 955"/>
              <a:gd name="T48" fmla="*/ 329 w 897"/>
              <a:gd name="T49" fmla="*/ 912 h 955"/>
              <a:gd name="T50" fmla="*/ 355 w 897"/>
              <a:gd name="T51" fmla="*/ 921 h 955"/>
              <a:gd name="T52" fmla="*/ 384 w 897"/>
              <a:gd name="T53" fmla="*/ 927 h 955"/>
              <a:gd name="T54" fmla="*/ 412 w 897"/>
              <a:gd name="T55" fmla="*/ 934 h 955"/>
              <a:gd name="T56" fmla="*/ 442 w 897"/>
              <a:gd name="T57" fmla="*/ 939 h 955"/>
              <a:gd name="T58" fmla="*/ 471 w 897"/>
              <a:gd name="T59" fmla="*/ 944 h 955"/>
              <a:gd name="T60" fmla="*/ 502 w 897"/>
              <a:gd name="T61" fmla="*/ 949 h 955"/>
              <a:gd name="T62" fmla="*/ 533 w 897"/>
              <a:gd name="T63" fmla="*/ 952 h 955"/>
              <a:gd name="T64" fmla="*/ 564 w 897"/>
              <a:gd name="T65" fmla="*/ 954 h 955"/>
              <a:gd name="T66" fmla="*/ 596 w 897"/>
              <a:gd name="T67" fmla="*/ 955 h 955"/>
              <a:gd name="T68" fmla="*/ 628 w 897"/>
              <a:gd name="T69" fmla="*/ 955 h 955"/>
              <a:gd name="T70" fmla="*/ 897 w 897"/>
              <a:gd name="T71" fmla="*/ 955 h 955"/>
              <a:gd name="T72" fmla="*/ 897 w 897"/>
              <a:gd name="T73" fmla="*/ 0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97" h="955">
                <a:moveTo>
                  <a:pt x="897" y="0"/>
                </a:moveTo>
                <a:lnTo>
                  <a:pt x="0" y="0"/>
                </a:lnTo>
                <a:lnTo>
                  <a:pt x="0" y="595"/>
                </a:lnTo>
                <a:lnTo>
                  <a:pt x="1" y="614"/>
                </a:lnTo>
                <a:lnTo>
                  <a:pt x="4" y="632"/>
                </a:lnTo>
                <a:lnTo>
                  <a:pt x="7" y="651"/>
                </a:lnTo>
                <a:lnTo>
                  <a:pt x="12" y="668"/>
                </a:lnTo>
                <a:lnTo>
                  <a:pt x="20" y="685"/>
                </a:lnTo>
                <a:lnTo>
                  <a:pt x="28" y="702"/>
                </a:lnTo>
                <a:lnTo>
                  <a:pt x="38" y="720"/>
                </a:lnTo>
                <a:lnTo>
                  <a:pt x="49" y="736"/>
                </a:lnTo>
                <a:lnTo>
                  <a:pt x="62" y="752"/>
                </a:lnTo>
                <a:lnTo>
                  <a:pt x="76" y="768"/>
                </a:lnTo>
                <a:lnTo>
                  <a:pt x="91" y="783"/>
                </a:lnTo>
                <a:lnTo>
                  <a:pt x="107" y="797"/>
                </a:lnTo>
                <a:lnTo>
                  <a:pt x="125" y="811"/>
                </a:lnTo>
                <a:lnTo>
                  <a:pt x="143" y="825"/>
                </a:lnTo>
                <a:lnTo>
                  <a:pt x="163" y="838"/>
                </a:lnTo>
                <a:lnTo>
                  <a:pt x="184" y="851"/>
                </a:lnTo>
                <a:lnTo>
                  <a:pt x="206" y="863"/>
                </a:lnTo>
                <a:lnTo>
                  <a:pt x="228" y="874"/>
                </a:lnTo>
                <a:lnTo>
                  <a:pt x="253" y="884"/>
                </a:lnTo>
                <a:lnTo>
                  <a:pt x="278" y="895"/>
                </a:lnTo>
                <a:lnTo>
                  <a:pt x="302" y="904"/>
                </a:lnTo>
                <a:lnTo>
                  <a:pt x="329" y="912"/>
                </a:lnTo>
                <a:lnTo>
                  <a:pt x="355" y="921"/>
                </a:lnTo>
                <a:lnTo>
                  <a:pt x="384" y="927"/>
                </a:lnTo>
                <a:lnTo>
                  <a:pt x="412" y="934"/>
                </a:lnTo>
                <a:lnTo>
                  <a:pt x="442" y="939"/>
                </a:lnTo>
                <a:lnTo>
                  <a:pt x="471" y="944"/>
                </a:lnTo>
                <a:lnTo>
                  <a:pt x="502" y="949"/>
                </a:lnTo>
                <a:lnTo>
                  <a:pt x="533" y="952"/>
                </a:lnTo>
                <a:lnTo>
                  <a:pt x="564" y="954"/>
                </a:lnTo>
                <a:lnTo>
                  <a:pt x="596" y="955"/>
                </a:lnTo>
                <a:lnTo>
                  <a:pt x="628" y="955"/>
                </a:lnTo>
                <a:lnTo>
                  <a:pt x="897" y="955"/>
                </a:lnTo>
                <a:lnTo>
                  <a:pt x="897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37" name="Rectangle 1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ChangeArrowheads="1"/>
          </p:cNvSpPr>
          <p:nvPr/>
        </p:nvSpPr>
        <p:spPr bwMode="auto">
          <a:xfrm>
            <a:off x="4353469" y="4084917"/>
            <a:ext cx="651213" cy="10393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grpSp>
        <p:nvGrpSpPr>
          <p:cNvPr id="3" name="Группа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9537532" y="2370395"/>
            <a:ext cx="1248539" cy="1657831"/>
            <a:chOff x="14364244" y="4089542"/>
            <a:chExt cx="1873097" cy="2487130"/>
          </a:xfrm>
          <a:solidFill>
            <a:schemeClr val="accent5"/>
          </a:solidFill>
        </p:grpSpPr>
        <p:sp>
          <p:nvSpPr>
            <p:cNvPr id="39" name="Freeform 21"/>
            <p:cNvSpPr/>
            <p:nvPr/>
          </p:nvSpPr>
          <p:spPr bwMode="auto">
            <a:xfrm>
              <a:off x="14364244" y="4089542"/>
              <a:ext cx="939898" cy="2487130"/>
            </a:xfrm>
            <a:custGeom>
              <a:avLst/>
              <a:gdLst>
                <a:gd name="T0" fmla="*/ 1646 w 1725"/>
                <a:gd name="T1" fmla="*/ 4 h 4563"/>
                <a:gd name="T2" fmla="*/ 1489 w 1725"/>
                <a:gd name="T3" fmla="*/ 24 h 4563"/>
                <a:gd name="T4" fmla="*/ 1333 w 1725"/>
                <a:gd name="T5" fmla="*/ 57 h 4563"/>
                <a:gd name="T6" fmla="*/ 1182 w 1725"/>
                <a:gd name="T7" fmla="*/ 104 h 4563"/>
                <a:gd name="T8" fmla="*/ 1035 w 1725"/>
                <a:gd name="T9" fmla="*/ 163 h 4563"/>
                <a:gd name="T10" fmla="*/ 893 w 1725"/>
                <a:gd name="T11" fmla="*/ 236 h 4563"/>
                <a:gd name="T12" fmla="*/ 757 w 1725"/>
                <a:gd name="T13" fmla="*/ 320 h 4563"/>
                <a:gd name="T14" fmla="*/ 629 w 1725"/>
                <a:gd name="T15" fmla="*/ 415 h 4563"/>
                <a:gd name="T16" fmla="*/ 509 w 1725"/>
                <a:gd name="T17" fmla="*/ 520 h 4563"/>
                <a:gd name="T18" fmla="*/ 400 w 1725"/>
                <a:gd name="T19" fmla="*/ 635 h 4563"/>
                <a:gd name="T20" fmla="*/ 301 w 1725"/>
                <a:gd name="T21" fmla="*/ 757 h 4563"/>
                <a:gd name="T22" fmla="*/ 215 w 1725"/>
                <a:gd name="T23" fmla="*/ 889 h 4563"/>
                <a:gd name="T24" fmla="*/ 141 w 1725"/>
                <a:gd name="T25" fmla="*/ 1027 h 4563"/>
                <a:gd name="T26" fmla="*/ 82 w 1725"/>
                <a:gd name="T27" fmla="*/ 1173 h 4563"/>
                <a:gd name="T28" fmla="*/ 39 w 1725"/>
                <a:gd name="T29" fmla="*/ 1323 h 4563"/>
                <a:gd name="T30" fmla="*/ 11 w 1725"/>
                <a:gd name="T31" fmla="*/ 1480 h 4563"/>
                <a:gd name="T32" fmla="*/ 0 w 1725"/>
                <a:gd name="T33" fmla="*/ 1642 h 4563"/>
                <a:gd name="T34" fmla="*/ 8 w 1725"/>
                <a:gd name="T35" fmla="*/ 1795 h 4563"/>
                <a:gd name="T36" fmla="*/ 31 w 1725"/>
                <a:gd name="T37" fmla="*/ 1933 h 4563"/>
                <a:gd name="T38" fmla="*/ 69 w 1725"/>
                <a:gd name="T39" fmla="*/ 2059 h 4563"/>
                <a:gd name="T40" fmla="*/ 119 w 1725"/>
                <a:gd name="T41" fmla="*/ 2175 h 4563"/>
                <a:gd name="T42" fmla="*/ 178 w 1725"/>
                <a:gd name="T43" fmla="*/ 2284 h 4563"/>
                <a:gd name="T44" fmla="*/ 246 w 1725"/>
                <a:gd name="T45" fmla="*/ 2386 h 4563"/>
                <a:gd name="T46" fmla="*/ 320 w 1725"/>
                <a:gd name="T47" fmla="*/ 2485 h 4563"/>
                <a:gd name="T48" fmla="*/ 437 w 1725"/>
                <a:gd name="T49" fmla="*/ 2630 h 4563"/>
                <a:gd name="T50" fmla="*/ 557 w 1725"/>
                <a:gd name="T51" fmla="*/ 2778 h 4563"/>
                <a:gd name="T52" fmla="*/ 636 w 1725"/>
                <a:gd name="T53" fmla="*/ 2883 h 4563"/>
                <a:gd name="T54" fmla="*/ 710 w 1725"/>
                <a:gd name="T55" fmla="*/ 2994 h 4563"/>
                <a:gd name="T56" fmla="*/ 778 w 1725"/>
                <a:gd name="T57" fmla="*/ 3113 h 4563"/>
                <a:gd name="T58" fmla="*/ 838 w 1725"/>
                <a:gd name="T59" fmla="*/ 3243 h 4563"/>
                <a:gd name="T60" fmla="*/ 889 w 1725"/>
                <a:gd name="T61" fmla="*/ 3386 h 4563"/>
                <a:gd name="T62" fmla="*/ 919 w 1725"/>
                <a:gd name="T63" fmla="*/ 3499 h 4563"/>
                <a:gd name="T64" fmla="*/ 933 w 1725"/>
                <a:gd name="T65" fmla="*/ 3568 h 4563"/>
                <a:gd name="T66" fmla="*/ 949 w 1725"/>
                <a:gd name="T67" fmla="*/ 3671 h 4563"/>
                <a:gd name="T68" fmla="*/ 964 w 1725"/>
                <a:gd name="T69" fmla="*/ 3808 h 4563"/>
                <a:gd name="T70" fmla="*/ 973 w 1725"/>
                <a:gd name="T71" fmla="*/ 3945 h 4563"/>
                <a:gd name="T72" fmla="*/ 975 w 1725"/>
                <a:gd name="T73" fmla="*/ 4082 h 4563"/>
                <a:gd name="T74" fmla="*/ 977 w 1725"/>
                <a:gd name="T75" fmla="*/ 4220 h 4563"/>
                <a:gd name="T76" fmla="*/ 977 w 1725"/>
                <a:gd name="T77" fmla="*/ 4357 h 4563"/>
                <a:gd name="T78" fmla="*/ 978 w 1725"/>
                <a:gd name="T79" fmla="*/ 4495 h 4563"/>
                <a:gd name="T80" fmla="*/ 1725 w 1725"/>
                <a:gd name="T81" fmla="*/ 4563 h 4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725" h="4563">
                  <a:moveTo>
                    <a:pt x="1725" y="0"/>
                  </a:moveTo>
                  <a:lnTo>
                    <a:pt x="1646" y="4"/>
                  </a:lnTo>
                  <a:lnTo>
                    <a:pt x="1568" y="12"/>
                  </a:lnTo>
                  <a:lnTo>
                    <a:pt x="1489" y="24"/>
                  </a:lnTo>
                  <a:lnTo>
                    <a:pt x="1411" y="38"/>
                  </a:lnTo>
                  <a:lnTo>
                    <a:pt x="1333" y="57"/>
                  </a:lnTo>
                  <a:lnTo>
                    <a:pt x="1258" y="78"/>
                  </a:lnTo>
                  <a:lnTo>
                    <a:pt x="1182" y="104"/>
                  </a:lnTo>
                  <a:lnTo>
                    <a:pt x="1107" y="132"/>
                  </a:lnTo>
                  <a:lnTo>
                    <a:pt x="1035" y="163"/>
                  </a:lnTo>
                  <a:lnTo>
                    <a:pt x="963" y="198"/>
                  </a:lnTo>
                  <a:lnTo>
                    <a:pt x="893" y="236"/>
                  </a:lnTo>
                  <a:lnTo>
                    <a:pt x="824" y="277"/>
                  </a:lnTo>
                  <a:lnTo>
                    <a:pt x="757" y="320"/>
                  </a:lnTo>
                  <a:lnTo>
                    <a:pt x="692" y="366"/>
                  </a:lnTo>
                  <a:lnTo>
                    <a:pt x="629" y="415"/>
                  </a:lnTo>
                  <a:lnTo>
                    <a:pt x="568" y="466"/>
                  </a:lnTo>
                  <a:lnTo>
                    <a:pt x="509" y="520"/>
                  </a:lnTo>
                  <a:lnTo>
                    <a:pt x="453" y="575"/>
                  </a:lnTo>
                  <a:lnTo>
                    <a:pt x="400" y="635"/>
                  </a:lnTo>
                  <a:lnTo>
                    <a:pt x="350" y="695"/>
                  </a:lnTo>
                  <a:lnTo>
                    <a:pt x="301" y="757"/>
                  </a:lnTo>
                  <a:lnTo>
                    <a:pt x="257" y="822"/>
                  </a:lnTo>
                  <a:lnTo>
                    <a:pt x="215" y="889"/>
                  </a:lnTo>
                  <a:lnTo>
                    <a:pt x="177" y="957"/>
                  </a:lnTo>
                  <a:lnTo>
                    <a:pt x="141" y="1027"/>
                  </a:lnTo>
                  <a:lnTo>
                    <a:pt x="110" y="1099"/>
                  </a:lnTo>
                  <a:lnTo>
                    <a:pt x="82" y="1173"/>
                  </a:lnTo>
                  <a:lnTo>
                    <a:pt x="58" y="1247"/>
                  </a:lnTo>
                  <a:lnTo>
                    <a:pt x="39" y="1323"/>
                  </a:lnTo>
                  <a:lnTo>
                    <a:pt x="23" y="1401"/>
                  </a:lnTo>
                  <a:lnTo>
                    <a:pt x="11" y="1480"/>
                  </a:lnTo>
                  <a:lnTo>
                    <a:pt x="4" y="1560"/>
                  </a:lnTo>
                  <a:lnTo>
                    <a:pt x="0" y="1642"/>
                  </a:lnTo>
                  <a:lnTo>
                    <a:pt x="3" y="1721"/>
                  </a:lnTo>
                  <a:lnTo>
                    <a:pt x="8" y="1795"/>
                  </a:lnTo>
                  <a:lnTo>
                    <a:pt x="18" y="1865"/>
                  </a:lnTo>
                  <a:lnTo>
                    <a:pt x="31" y="1933"/>
                  </a:lnTo>
                  <a:lnTo>
                    <a:pt x="48" y="1997"/>
                  </a:lnTo>
                  <a:lnTo>
                    <a:pt x="69" y="2059"/>
                  </a:lnTo>
                  <a:lnTo>
                    <a:pt x="93" y="2118"/>
                  </a:lnTo>
                  <a:lnTo>
                    <a:pt x="119" y="2175"/>
                  </a:lnTo>
                  <a:lnTo>
                    <a:pt x="147" y="2231"/>
                  </a:lnTo>
                  <a:lnTo>
                    <a:pt x="178" y="2284"/>
                  </a:lnTo>
                  <a:lnTo>
                    <a:pt x="211" y="2336"/>
                  </a:lnTo>
                  <a:lnTo>
                    <a:pt x="246" y="2386"/>
                  </a:lnTo>
                  <a:lnTo>
                    <a:pt x="282" y="2436"/>
                  </a:lnTo>
                  <a:lnTo>
                    <a:pt x="320" y="2485"/>
                  </a:lnTo>
                  <a:lnTo>
                    <a:pt x="358" y="2533"/>
                  </a:lnTo>
                  <a:lnTo>
                    <a:pt x="437" y="2630"/>
                  </a:lnTo>
                  <a:lnTo>
                    <a:pt x="517" y="2728"/>
                  </a:lnTo>
                  <a:lnTo>
                    <a:pt x="557" y="2778"/>
                  </a:lnTo>
                  <a:lnTo>
                    <a:pt x="596" y="2830"/>
                  </a:lnTo>
                  <a:lnTo>
                    <a:pt x="636" y="2883"/>
                  </a:lnTo>
                  <a:lnTo>
                    <a:pt x="673" y="2937"/>
                  </a:lnTo>
                  <a:lnTo>
                    <a:pt x="710" y="2994"/>
                  </a:lnTo>
                  <a:lnTo>
                    <a:pt x="745" y="3052"/>
                  </a:lnTo>
                  <a:lnTo>
                    <a:pt x="778" y="3113"/>
                  </a:lnTo>
                  <a:lnTo>
                    <a:pt x="810" y="3176"/>
                  </a:lnTo>
                  <a:lnTo>
                    <a:pt x="838" y="3243"/>
                  </a:lnTo>
                  <a:lnTo>
                    <a:pt x="866" y="3313"/>
                  </a:lnTo>
                  <a:lnTo>
                    <a:pt x="889" y="3386"/>
                  </a:lnTo>
                  <a:lnTo>
                    <a:pt x="910" y="3464"/>
                  </a:lnTo>
                  <a:lnTo>
                    <a:pt x="919" y="3499"/>
                  </a:lnTo>
                  <a:lnTo>
                    <a:pt x="926" y="3533"/>
                  </a:lnTo>
                  <a:lnTo>
                    <a:pt x="933" y="3568"/>
                  </a:lnTo>
                  <a:lnTo>
                    <a:pt x="940" y="3602"/>
                  </a:lnTo>
                  <a:lnTo>
                    <a:pt x="949" y="3671"/>
                  </a:lnTo>
                  <a:lnTo>
                    <a:pt x="958" y="3741"/>
                  </a:lnTo>
                  <a:lnTo>
                    <a:pt x="964" y="3808"/>
                  </a:lnTo>
                  <a:lnTo>
                    <a:pt x="969" y="3878"/>
                  </a:lnTo>
                  <a:lnTo>
                    <a:pt x="973" y="3945"/>
                  </a:lnTo>
                  <a:lnTo>
                    <a:pt x="974" y="4015"/>
                  </a:lnTo>
                  <a:lnTo>
                    <a:pt x="975" y="4082"/>
                  </a:lnTo>
                  <a:lnTo>
                    <a:pt x="977" y="4152"/>
                  </a:lnTo>
                  <a:lnTo>
                    <a:pt x="977" y="4220"/>
                  </a:lnTo>
                  <a:lnTo>
                    <a:pt x="977" y="4289"/>
                  </a:lnTo>
                  <a:lnTo>
                    <a:pt x="977" y="4357"/>
                  </a:lnTo>
                  <a:lnTo>
                    <a:pt x="977" y="4426"/>
                  </a:lnTo>
                  <a:lnTo>
                    <a:pt x="978" y="4495"/>
                  </a:lnTo>
                  <a:lnTo>
                    <a:pt x="979" y="4563"/>
                  </a:lnTo>
                  <a:lnTo>
                    <a:pt x="1725" y="4563"/>
                  </a:lnTo>
                  <a:lnTo>
                    <a:pt x="1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0951" tIns="30475" rIns="60951" bIns="30475" numCol="1" anchor="t" anchorCtr="0" compatLnSpc="1"/>
            <a:lstStyle/>
            <a:p>
              <a:endParaRPr lang="ru-RU" sz="1200"/>
            </a:p>
          </p:txBody>
        </p:sp>
        <p:sp>
          <p:nvSpPr>
            <p:cNvPr id="40" name="Freeform 22"/>
            <p:cNvSpPr/>
            <p:nvPr/>
          </p:nvSpPr>
          <p:spPr bwMode="auto">
            <a:xfrm>
              <a:off x="15297443" y="4089542"/>
              <a:ext cx="939898" cy="2487130"/>
            </a:xfrm>
            <a:custGeom>
              <a:avLst/>
              <a:gdLst>
                <a:gd name="T0" fmla="*/ 79 w 1724"/>
                <a:gd name="T1" fmla="*/ 4 h 4563"/>
                <a:gd name="T2" fmla="*/ 235 w 1724"/>
                <a:gd name="T3" fmla="*/ 24 h 4563"/>
                <a:gd name="T4" fmla="*/ 391 w 1724"/>
                <a:gd name="T5" fmla="*/ 57 h 4563"/>
                <a:gd name="T6" fmla="*/ 543 w 1724"/>
                <a:gd name="T7" fmla="*/ 104 h 4563"/>
                <a:gd name="T8" fmla="*/ 690 w 1724"/>
                <a:gd name="T9" fmla="*/ 163 h 4563"/>
                <a:gd name="T10" fmla="*/ 833 w 1724"/>
                <a:gd name="T11" fmla="*/ 236 h 4563"/>
                <a:gd name="T12" fmla="*/ 969 w 1724"/>
                <a:gd name="T13" fmla="*/ 320 h 4563"/>
                <a:gd name="T14" fmla="*/ 1096 w 1724"/>
                <a:gd name="T15" fmla="*/ 415 h 4563"/>
                <a:gd name="T16" fmla="*/ 1215 w 1724"/>
                <a:gd name="T17" fmla="*/ 520 h 4563"/>
                <a:gd name="T18" fmla="*/ 1325 w 1724"/>
                <a:gd name="T19" fmla="*/ 635 h 4563"/>
                <a:gd name="T20" fmla="*/ 1423 w 1724"/>
                <a:gd name="T21" fmla="*/ 757 h 4563"/>
                <a:gd name="T22" fmla="*/ 1510 w 1724"/>
                <a:gd name="T23" fmla="*/ 889 h 4563"/>
                <a:gd name="T24" fmla="*/ 1583 w 1724"/>
                <a:gd name="T25" fmla="*/ 1027 h 4563"/>
                <a:gd name="T26" fmla="*/ 1643 w 1724"/>
                <a:gd name="T27" fmla="*/ 1173 h 4563"/>
                <a:gd name="T28" fmla="*/ 1687 w 1724"/>
                <a:gd name="T29" fmla="*/ 1323 h 4563"/>
                <a:gd name="T30" fmla="*/ 1714 w 1724"/>
                <a:gd name="T31" fmla="*/ 1480 h 4563"/>
                <a:gd name="T32" fmla="*/ 1724 w 1724"/>
                <a:gd name="T33" fmla="*/ 1642 h 4563"/>
                <a:gd name="T34" fmla="*/ 1717 w 1724"/>
                <a:gd name="T35" fmla="*/ 1795 h 4563"/>
                <a:gd name="T36" fmla="*/ 1693 w 1724"/>
                <a:gd name="T37" fmla="*/ 1933 h 4563"/>
                <a:gd name="T38" fmla="*/ 1656 w 1724"/>
                <a:gd name="T39" fmla="*/ 2059 h 4563"/>
                <a:gd name="T40" fmla="*/ 1606 w 1724"/>
                <a:gd name="T41" fmla="*/ 2175 h 4563"/>
                <a:gd name="T42" fmla="*/ 1546 w 1724"/>
                <a:gd name="T43" fmla="*/ 2284 h 4563"/>
                <a:gd name="T44" fmla="*/ 1478 w 1724"/>
                <a:gd name="T45" fmla="*/ 2386 h 4563"/>
                <a:gd name="T46" fmla="*/ 1406 w 1724"/>
                <a:gd name="T47" fmla="*/ 2485 h 4563"/>
                <a:gd name="T48" fmla="*/ 1287 w 1724"/>
                <a:gd name="T49" fmla="*/ 2630 h 4563"/>
                <a:gd name="T50" fmla="*/ 1167 w 1724"/>
                <a:gd name="T51" fmla="*/ 2778 h 4563"/>
                <a:gd name="T52" fmla="*/ 1090 w 1724"/>
                <a:gd name="T53" fmla="*/ 2883 h 4563"/>
                <a:gd name="T54" fmla="*/ 1014 w 1724"/>
                <a:gd name="T55" fmla="*/ 2994 h 4563"/>
                <a:gd name="T56" fmla="*/ 946 w 1724"/>
                <a:gd name="T57" fmla="*/ 3113 h 4563"/>
                <a:gd name="T58" fmla="*/ 886 w 1724"/>
                <a:gd name="T59" fmla="*/ 3243 h 4563"/>
                <a:gd name="T60" fmla="*/ 835 w 1724"/>
                <a:gd name="T61" fmla="*/ 3386 h 4563"/>
                <a:gd name="T62" fmla="*/ 806 w 1724"/>
                <a:gd name="T63" fmla="*/ 3499 h 4563"/>
                <a:gd name="T64" fmla="*/ 792 w 1724"/>
                <a:gd name="T65" fmla="*/ 3568 h 4563"/>
                <a:gd name="T66" fmla="*/ 775 w 1724"/>
                <a:gd name="T67" fmla="*/ 3671 h 4563"/>
                <a:gd name="T68" fmla="*/ 760 w 1724"/>
                <a:gd name="T69" fmla="*/ 3808 h 4563"/>
                <a:gd name="T70" fmla="*/ 753 w 1724"/>
                <a:gd name="T71" fmla="*/ 3945 h 4563"/>
                <a:gd name="T72" fmla="*/ 749 w 1724"/>
                <a:gd name="T73" fmla="*/ 4082 h 4563"/>
                <a:gd name="T74" fmla="*/ 748 w 1724"/>
                <a:gd name="T75" fmla="*/ 4220 h 4563"/>
                <a:gd name="T76" fmla="*/ 749 w 1724"/>
                <a:gd name="T77" fmla="*/ 4357 h 4563"/>
                <a:gd name="T78" fmla="*/ 748 w 1724"/>
                <a:gd name="T79" fmla="*/ 4495 h 4563"/>
                <a:gd name="T80" fmla="*/ 0 w 1724"/>
                <a:gd name="T81" fmla="*/ 4563 h 4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724" h="4563">
                  <a:moveTo>
                    <a:pt x="0" y="0"/>
                  </a:moveTo>
                  <a:lnTo>
                    <a:pt x="79" y="4"/>
                  </a:lnTo>
                  <a:lnTo>
                    <a:pt x="158" y="12"/>
                  </a:lnTo>
                  <a:lnTo>
                    <a:pt x="235" y="24"/>
                  </a:lnTo>
                  <a:lnTo>
                    <a:pt x="313" y="38"/>
                  </a:lnTo>
                  <a:lnTo>
                    <a:pt x="391" y="57"/>
                  </a:lnTo>
                  <a:lnTo>
                    <a:pt x="468" y="78"/>
                  </a:lnTo>
                  <a:lnTo>
                    <a:pt x="543" y="104"/>
                  </a:lnTo>
                  <a:lnTo>
                    <a:pt x="617" y="132"/>
                  </a:lnTo>
                  <a:lnTo>
                    <a:pt x="690" y="163"/>
                  </a:lnTo>
                  <a:lnTo>
                    <a:pt x="763" y="198"/>
                  </a:lnTo>
                  <a:lnTo>
                    <a:pt x="833" y="236"/>
                  </a:lnTo>
                  <a:lnTo>
                    <a:pt x="901" y="277"/>
                  </a:lnTo>
                  <a:lnTo>
                    <a:pt x="969" y="320"/>
                  </a:lnTo>
                  <a:lnTo>
                    <a:pt x="1033" y="366"/>
                  </a:lnTo>
                  <a:lnTo>
                    <a:pt x="1096" y="415"/>
                  </a:lnTo>
                  <a:lnTo>
                    <a:pt x="1157" y="466"/>
                  </a:lnTo>
                  <a:lnTo>
                    <a:pt x="1215" y="520"/>
                  </a:lnTo>
                  <a:lnTo>
                    <a:pt x="1271" y="575"/>
                  </a:lnTo>
                  <a:lnTo>
                    <a:pt x="1325" y="635"/>
                  </a:lnTo>
                  <a:lnTo>
                    <a:pt x="1376" y="695"/>
                  </a:lnTo>
                  <a:lnTo>
                    <a:pt x="1423" y="757"/>
                  </a:lnTo>
                  <a:lnTo>
                    <a:pt x="1469" y="822"/>
                  </a:lnTo>
                  <a:lnTo>
                    <a:pt x="1510" y="889"/>
                  </a:lnTo>
                  <a:lnTo>
                    <a:pt x="1549" y="957"/>
                  </a:lnTo>
                  <a:lnTo>
                    <a:pt x="1583" y="1027"/>
                  </a:lnTo>
                  <a:lnTo>
                    <a:pt x="1615" y="1099"/>
                  </a:lnTo>
                  <a:lnTo>
                    <a:pt x="1643" y="1173"/>
                  </a:lnTo>
                  <a:lnTo>
                    <a:pt x="1666" y="1247"/>
                  </a:lnTo>
                  <a:lnTo>
                    <a:pt x="1687" y="1323"/>
                  </a:lnTo>
                  <a:lnTo>
                    <a:pt x="1702" y="1401"/>
                  </a:lnTo>
                  <a:lnTo>
                    <a:pt x="1714" y="1480"/>
                  </a:lnTo>
                  <a:lnTo>
                    <a:pt x="1722" y="1560"/>
                  </a:lnTo>
                  <a:lnTo>
                    <a:pt x="1724" y="1642"/>
                  </a:lnTo>
                  <a:lnTo>
                    <a:pt x="1723" y="1721"/>
                  </a:lnTo>
                  <a:lnTo>
                    <a:pt x="1717" y="1795"/>
                  </a:lnTo>
                  <a:lnTo>
                    <a:pt x="1707" y="1865"/>
                  </a:lnTo>
                  <a:lnTo>
                    <a:pt x="1693" y="1933"/>
                  </a:lnTo>
                  <a:lnTo>
                    <a:pt x="1676" y="1997"/>
                  </a:lnTo>
                  <a:lnTo>
                    <a:pt x="1656" y="2059"/>
                  </a:lnTo>
                  <a:lnTo>
                    <a:pt x="1633" y="2118"/>
                  </a:lnTo>
                  <a:lnTo>
                    <a:pt x="1606" y="2175"/>
                  </a:lnTo>
                  <a:lnTo>
                    <a:pt x="1577" y="2231"/>
                  </a:lnTo>
                  <a:lnTo>
                    <a:pt x="1546" y="2284"/>
                  </a:lnTo>
                  <a:lnTo>
                    <a:pt x="1513" y="2336"/>
                  </a:lnTo>
                  <a:lnTo>
                    <a:pt x="1478" y="2386"/>
                  </a:lnTo>
                  <a:lnTo>
                    <a:pt x="1443" y="2436"/>
                  </a:lnTo>
                  <a:lnTo>
                    <a:pt x="1406" y="2485"/>
                  </a:lnTo>
                  <a:lnTo>
                    <a:pt x="1366" y="2533"/>
                  </a:lnTo>
                  <a:lnTo>
                    <a:pt x="1287" y="2630"/>
                  </a:lnTo>
                  <a:lnTo>
                    <a:pt x="1207" y="2728"/>
                  </a:lnTo>
                  <a:lnTo>
                    <a:pt x="1167" y="2778"/>
                  </a:lnTo>
                  <a:lnTo>
                    <a:pt x="1128" y="2830"/>
                  </a:lnTo>
                  <a:lnTo>
                    <a:pt x="1090" y="2883"/>
                  </a:lnTo>
                  <a:lnTo>
                    <a:pt x="1051" y="2937"/>
                  </a:lnTo>
                  <a:lnTo>
                    <a:pt x="1014" y="2994"/>
                  </a:lnTo>
                  <a:lnTo>
                    <a:pt x="980" y="3052"/>
                  </a:lnTo>
                  <a:lnTo>
                    <a:pt x="946" y="3113"/>
                  </a:lnTo>
                  <a:lnTo>
                    <a:pt x="916" y="3176"/>
                  </a:lnTo>
                  <a:lnTo>
                    <a:pt x="886" y="3243"/>
                  </a:lnTo>
                  <a:lnTo>
                    <a:pt x="859" y="3313"/>
                  </a:lnTo>
                  <a:lnTo>
                    <a:pt x="835" y="3386"/>
                  </a:lnTo>
                  <a:lnTo>
                    <a:pt x="814" y="3464"/>
                  </a:lnTo>
                  <a:lnTo>
                    <a:pt x="806" y="3499"/>
                  </a:lnTo>
                  <a:lnTo>
                    <a:pt x="798" y="3533"/>
                  </a:lnTo>
                  <a:lnTo>
                    <a:pt x="792" y="3568"/>
                  </a:lnTo>
                  <a:lnTo>
                    <a:pt x="786" y="3602"/>
                  </a:lnTo>
                  <a:lnTo>
                    <a:pt x="775" y="3671"/>
                  </a:lnTo>
                  <a:lnTo>
                    <a:pt x="766" y="3741"/>
                  </a:lnTo>
                  <a:lnTo>
                    <a:pt x="760" y="3808"/>
                  </a:lnTo>
                  <a:lnTo>
                    <a:pt x="755" y="3878"/>
                  </a:lnTo>
                  <a:lnTo>
                    <a:pt x="753" y="3945"/>
                  </a:lnTo>
                  <a:lnTo>
                    <a:pt x="750" y="4015"/>
                  </a:lnTo>
                  <a:lnTo>
                    <a:pt x="749" y="4082"/>
                  </a:lnTo>
                  <a:lnTo>
                    <a:pt x="749" y="4152"/>
                  </a:lnTo>
                  <a:lnTo>
                    <a:pt x="748" y="4220"/>
                  </a:lnTo>
                  <a:lnTo>
                    <a:pt x="749" y="4289"/>
                  </a:lnTo>
                  <a:lnTo>
                    <a:pt x="749" y="4357"/>
                  </a:lnTo>
                  <a:lnTo>
                    <a:pt x="748" y="4426"/>
                  </a:lnTo>
                  <a:lnTo>
                    <a:pt x="748" y="4495"/>
                  </a:lnTo>
                  <a:lnTo>
                    <a:pt x="745" y="4563"/>
                  </a:lnTo>
                  <a:lnTo>
                    <a:pt x="0" y="4563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0951" tIns="30475" rIns="60951" bIns="30475" numCol="1" anchor="t" anchorCtr="0" compatLnSpc="1"/>
            <a:lstStyle/>
            <a:p>
              <a:endParaRPr lang="ru-RU" sz="1200"/>
            </a:p>
          </p:txBody>
        </p:sp>
      </p:grpSp>
      <p:sp>
        <p:nvSpPr>
          <p:cNvPr id="41" name="Freeform 2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9932184" y="4348745"/>
            <a:ext cx="460792" cy="342323"/>
          </a:xfrm>
          <a:custGeom>
            <a:avLst/>
            <a:gdLst>
              <a:gd name="T0" fmla="*/ 0 w 1267"/>
              <a:gd name="T1" fmla="*/ 586 h 942"/>
              <a:gd name="T2" fmla="*/ 2 w 1267"/>
              <a:gd name="T3" fmla="*/ 622 h 942"/>
              <a:gd name="T4" fmla="*/ 8 w 1267"/>
              <a:gd name="T5" fmla="*/ 658 h 942"/>
              <a:gd name="T6" fmla="*/ 19 w 1267"/>
              <a:gd name="T7" fmla="*/ 693 h 942"/>
              <a:gd name="T8" fmla="*/ 34 w 1267"/>
              <a:gd name="T9" fmla="*/ 725 h 942"/>
              <a:gd name="T10" fmla="*/ 53 w 1267"/>
              <a:gd name="T11" fmla="*/ 756 h 942"/>
              <a:gd name="T12" fmla="*/ 75 w 1267"/>
              <a:gd name="T13" fmla="*/ 785 h 942"/>
              <a:gd name="T14" fmla="*/ 101 w 1267"/>
              <a:gd name="T15" fmla="*/ 812 h 942"/>
              <a:gd name="T16" fmla="*/ 129 w 1267"/>
              <a:gd name="T17" fmla="*/ 838 h 942"/>
              <a:gd name="T18" fmla="*/ 161 w 1267"/>
              <a:gd name="T19" fmla="*/ 861 h 942"/>
              <a:gd name="T20" fmla="*/ 196 w 1267"/>
              <a:gd name="T21" fmla="*/ 882 h 942"/>
              <a:gd name="T22" fmla="*/ 233 w 1267"/>
              <a:gd name="T23" fmla="*/ 899 h 942"/>
              <a:gd name="T24" fmla="*/ 271 w 1267"/>
              <a:gd name="T25" fmla="*/ 914 h 942"/>
              <a:gd name="T26" fmla="*/ 312 w 1267"/>
              <a:gd name="T27" fmla="*/ 926 h 942"/>
              <a:gd name="T28" fmla="*/ 355 w 1267"/>
              <a:gd name="T29" fmla="*/ 935 h 942"/>
              <a:gd name="T30" fmla="*/ 398 w 1267"/>
              <a:gd name="T31" fmla="*/ 941 h 942"/>
              <a:gd name="T32" fmla="*/ 444 w 1267"/>
              <a:gd name="T33" fmla="*/ 942 h 942"/>
              <a:gd name="T34" fmla="*/ 845 w 1267"/>
              <a:gd name="T35" fmla="*/ 942 h 942"/>
              <a:gd name="T36" fmla="*/ 891 w 1267"/>
              <a:gd name="T37" fmla="*/ 938 h 942"/>
              <a:gd name="T38" fmla="*/ 934 w 1267"/>
              <a:gd name="T39" fmla="*/ 931 h 942"/>
              <a:gd name="T40" fmla="*/ 976 w 1267"/>
              <a:gd name="T41" fmla="*/ 921 h 942"/>
              <a:gd name="T42" fmla="*/ 1015 w 1267"/>
              <a:gd name="T43" fmla="*/ 907 h 942"/>
              <a:gd name="T44" fmla="*/ 1054 w 1267"/>
              <a:gd name="T45" fmla="*/ 890 h 942"/>
              <a:gd name="T46" fmla="*/ 1088 w 1267"/>
              <a:gd name="T47" fmla="*/ 872 h 942"/>
              <a:gd name="T48" fmla="*/ 1122 w 1267"/>
              <a:gd name="T49" fmla="*/ 849 h 942"/>
              <a:gd name="T50" fmla="*/ 1151 w 1267"/>
              <a:gd name="T51" fmla="*/ 826 h 942"/>
              <a:gd name="T52" fmla="*/ 1178 w 1267"/>
              <a:gd name="T53" fmla="*/ 799 h 942"/>
              <a:gd name="T54" fmla="*/ 1203 w 1267"/>
              <a:gd name="T55" fmla="*/ 770 h 942"/>
              <a:gd name="T56" fmla="*/ 1224 w 1267"/>
              <a:gd name="T57" fmla="*/ 741 h 942"/>
              <a:gd name="T58" fmla="*/ 1240 w 1267"/>
              <a:gd name="T59" fmla="*/ 709 h 942"/>
              <a:gd name="T60" fmla="*/ 1254 w 1267"/>
              <a:gd name="T61" fmla="*/ 675 h 942"/>
              <a:gd name="T62" fmla="*/ 1262 w 1267"/>
              <a:gd name="T63" fmla="*/ 641 h 942"/>
              <a:gd name="T64" fmla="*/ 1267 w 1267"/>
              <a:gd name="T65" fmla="*/ 605 h 942"/>
              <a:gd name="T66" fmla="*/ 1267 w 1267"/>
              <a:gd name="T67" fmla="*/ 0 h 9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267" h="942">
                <a:moveTo>
                  <a:pt x="0" y="0"/>
                </a:moveTo>
                <a:lnTo>
                  <a:pt x="0" y="586"/>
                </a:lnTo>
                <a:lnTo>
                  <a:pt x="0" y="605"/>
                </a:lnTo>
                <a:lnTo>
                  <a:pt x="2" y="622"/>
                </a:lnTo>
                <a:lnTo>
                  <a:pt x="5" y="641"/>
                </a:lnTo>
                <a:lnTo>
                  <a:pt x="8" y="658"/>
                </a:lnTo>
                <a:lnTo>
                  <a:pt x="13" y="675"/>
                </a:lnTo>
                <a:lnTo>
                  <a:pt x="19" y="693"/>
                </a:lnTo>
                <a:lnTo>
                  <a:pt x="27" y="709"/>
                </a:lnTo>
                <a:lnTo>
                  <a:pt x="34" y="725"/>
                </a:lnTo>
                <a:lnTo>
                  <a:pt x="43" y="741"/>
                </a:lnTo>
                <a:lnTo>
                  <a:pt x="53" y="756"/>
                </a:lnTo>
                <a:lnTo>
                  <a:pt x="64" y="770"/>
                </a:lnTo>
                <a:lnTo>
                  <a:pt x="75" y="785"/>
                </a:lnTo>
                <a:lnTo>
                  <a:pt x="89" y="799"/>
                </a:lnTo>
                <a:lnTo>
                  <a:pt x="101" y="812"/>
                </a:lnTo>
                <a:lnTo>
                  <a:pt x="116" y="826"/>
                </a:lnTo>
                <a:lnTo>
                  <a:pt x="129" y="838"/>
                </a:lnTo>
                <a:lnTo>
                  <a:pt x="145" y="849"/>
                </a:lnTo>
                <a:lnTo>
                  <a:pt x="161" y="861"/>
                </a:lnTo>
                <a:lnTo>
                  <a:pt x="179" y="872"/>
                </a:lnTo>
                <a:lnTo>
                  <a:pt x="196" y="882"/>
                </a:lnTo>
                <a:lnTo>
                  <a:pt x="213" y="890"/>
                </a:lnTo>
                <a:lnTo>
                  <a:pt x="233" y="899"/>
                </a:lnTo>
                <a:lnTo>
                  <a:pt x="251" y="907"/>
                </a:lnTo>
                <a:lnTo>
                  <a:pt x="271" y="914"/>
                </a:lnTo>
                <a:lnTo>
                  <a:pt x="291" y="921"/>
                </a:lnTo>
                <a:lnTo>
                  <a:pt x="312" y="926"/>
                </a:lnTo>
                <a:lnTo>
                  <a:pt x="333" y="931"/>
                </a:lnTo>
                <a:lnTo>
                  <a:pt x="355" y="935"/>
                </a:lnTo>
                <a:lnTo>
                  <a:pt x="376" y="938"/>
                </a:lnTo>
                <a:lnTo>
                  <a:pt x="398" y="941"/>
                </a:lnTo>
                <a:lnTo>
                  <a:pt x="422" y="942"/>
                </a:lnTo>
                <a:lnTo>
                  <a:pt x="444" y="942"/>
                </a:lnTo>
                <a:lnTo>
                  <a:pt x="823" y="942"/>
                </a:lnTo>
                <a:lnTo>
                  <a:pt x="845" y="942"/>
                </a:lnTo>
                <a:lnTo>
                  <a:pt x="869" y="941"/>
                </a:lnTo>
                <a:lnTo>
                  <a:pt x="891" y="938"/>
                </a:lnTo>
                <a:lnTo>
                  <a:pt x="912" y="935"/>
                </a:lnTo>
                <a:lnTo>
                  <a:pt x="934" y="931"/>
                </a:lnTo>
                <a:lnTo>
                  <a:pt x="955" y="926"/>
                </a:lnTo>
                <a:lnTo>
                  <a:pt x="976" y="921"/>
                </a:lnTo>
                <a:lnTo>
                  <a:pt x="996" y="914"/>
                </a:lnTo>
                <a:lnTo>
                  <a:pt x="1015" y="907"/>
                </a:lnTo>
                <a:lnTo>
                  <a:pt x="1034" y="899"/>
                </a:lnTo>
                <a:lnTo>
                  <a:pt x="1054" y="890"/>
                </a:lnTo>
                <a:lnTo>
                  <a:pt x="1071" y="882"/>
                </a:lnTo>
                <a:lnTo>
                  <a:pt x="1088" y="872"/>
                </a:lnTo>
                <a:lnTo>
                  <a:pt x="1106" y="861"/>
                </a:lnTo>
                <a:lnTo>
                  <a:pt x="1122" y="849"/>
                </a:lnTo>
                <a:lnTo>
                  <a:pt x="1138" y="838"/>
                </a:lnTo>
                <a:lnTo>
                  <a:pt x="1151" y="826"/>
                </a:lnTo>
                <a:lnTo>
                  <a:pt x="1166" y="812"/>
                </a:lnTo>
                <a:lnTo>
                  <a:pt x="1178" y="799"/>
                </a:lnTo>
                <a:lnTo>
                  <a:pt x="1192" y="785"/>
                </a:lnTo>
                <a:lnTo>
                  <a:pt x="1203" y="770"/>
                </a:lnTo>
                <a:lnTo>
                  <a:pt x="1214" y="756"/>
                </a:lnTo>
                <a:lnTo>
                  <a:pt x="1224" y="741"/>
                </a:lnTo>
                <a:lnTo>
                  <a:pt x="1233" y="725"/>
                </a:lnTo>
                <a:lnTo>
                  <a:pt x="1240" y="709"/>
                </a:lnTo>
                <a:lnTo>
                  <a:pt x="1248" y="693"/>
                </a:lnTo>
                <a:lnTo>
                  <a:pt x="1254" y="675"/>
                </a:lnTo>
                <a:lnTo>
                  <a:pt x="1259" y="658"/>
                </a:lnTo>
                <a:lnTo>
                  <a:pt x="1262" y="641"/>
                </a:lnTo>
                <a:lnTo>
                  <a:pt x="1265" y="622"/>
                </a:lnTo>
                <a:lnTo>
                  <a:pt x="1267" y="605"/>
                </a:lnTo>
                <a:lnTo>
                  <a:pt x="1267" y="586"/>
                </a:lnTo>
                <a:lnTo>
                  <a:pt x="1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2" name="Freeform 2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9932184" y="4348745"/>
            <a:ext cx="229669" cy="342323"/>
          </a:xfrm>
          <a:custGeom>
            <a:avLst/>
            <a:gdLst>
              <a:gd name="T0" fmla="*/ 632 w 632"/>
              <a:gd name="T1" fmla="*/ 0 h 942"/>
              <a:gd name="T2" fmla="*/ 0 w 632"/>
              <a:gd name="T3" fmla="*/ 0 h 942"/>
              <a:gd name="T4" fmla="*/ 0 w 632"/>
              <a:gd name="T5" fmla="*/ 586 h 942"/>
              <a:gd name="T6" fmla="*/ 0 w 632"/>
              <a:gd name="T7" fmla="*/ 605 h 942"/>
              <a:gd name="T8" fmla="*/ 2 w 632"/>
              <a:gd name="T9" fmla="*/ 622 h 942"/>
              <a:gd name="T10" fmla="*/ 5 w 632"/>
              <a:gd name="T11" fmla="*/ 641 h 942"/>
              <a:gd name="T12" fmla="*/ 8 w 632"/>
              <a:gd name="T13" fmla="*/ 658 h 942"/>
              <a:gd name="T14" fmla="*/ 13 w 632"/>
              <a:gd name="T15" fmla="*/ 675 h 942"/>
              <a:gd name="T16" fmla="*/ 19 w 632"/>
              <a:gd name="T17" fmla="*/ 693 h 942"/>
              <a:gd name="T18" fmla="*/ 27 w 632"/>
              <a:gd name="T19" fmla="*/ 709 h 942"/>
              <a:gd name="T20" fmla="*/ 34 w 632"/>
              <a:gd name="T21" fmla="*/ 725 h 942"/>
              <a:gd name="T22" fmla="*/ 43 w 632"/>
              <a:gd name="T23" fmla="*/ 741 h 942"/>
              <a:gd name="T24" fmla="*/ 53 w 632"/>
              <a:gd name="T25" fmla="*/ 756 h 942"/>
              <a:gd name="T26" fmla="*/ 64 w 632"/>
              <a:gd name="T27" fmla="*/ 770 h 942"/>
              <a:gd name="T28" fmla="*/ 75 w 632"/>
              <a:gd name="T29" fmla="*/ 785 h 942"/>
              <a:gd name="T30" fmla="*/ 89 w 632"/>
              <a:gd name="T31" fmla="*/ 799 h 942"/>
              <a:gd name="T32" fmla="*/ 101 w 632"/>
              <a:gd name="T33" fmla="*/ 812 h 942"/>
              <a:gd name="T34" fmla="*/ 116 w 632"/>
              <a:gd name="T35" fmla="*/ 826 h 942"/>
              <a:gd name="T36" fmla="*/ 129 w 632"/>
              <a:gd name="T37" fmla="*/ 838 h 942"/>
              <a:gd name="T38" fmla="*/ 145 w 632"/>
              <a:gd name="T39" fmla="*/ 849 h 942"/>
              <a:gd name="T40" fmla="*/ 161 w 632"/>
              <a:gd name="T41" fmla="*/ 861 h 942"/>
              <a:gd name="T42" fmla="*/ 179 w 632"/>
              <a:gd name="T43" fmla="*/ 872 h 942"/>
              <a:gd name="T44" fmla="*/ 196 w 632"/>
              <a:gd name="T45" fmla="*/ 882 h 942"/>
              <a:gd name="T46" fmla="*/ 213 w 632"/>
              <a:gd name="T47" fmla="*/ 890 h 942"/>
              <a:gd name="T48" fmla="*/ 233 w 632"/>
              <a:gd name="T49" fmla="*/ 899 h 942"/>
              <a:gd name="T50" fmla="*/ 251 w 632"/>
              <a:gd name="T51" fmla="*/ 907 h 942"/>
              <a:gd name="T52" fmla="*/ 271 w 632"/>
              <a:gd name="T53" fmla="*/ 914 h 942"/>
              <a:gd name="T54" fmla="*/ 291 w 632"/>
              <a:gd name="T55" fmla="*/ 921 h 942"/>
              <a:gd name="T56" fmla="*/ 312 w 632"/>
              <a:gd name="T57" fmla="*/ 926 h 942"/>
              <a:gd name="T58" fmla="*/ 333 w 632"/>
              <a:gd name="T59" fmla="*/ 931 h 942"/>
              <a:gd name="T60" fmla="*/ 355 w 632"/>
              <a:gd name="T61" fmla="*/ 935 h 942"/>
              <a:gd name="T62" fmla="*/ 376 w 632"/>
              <a:gd name="T63" fmla="*/ 938 h 942"/>
              <a:gd name="T64" fmla="*/ 398 w 632"/>
              <a:gd name="T65" fmla="*/ 941 h 942"/>
              <a:gd name="T66" fmla="*/ 422 w 632"/>
              <a:gd name="T67" fmla="*/ 942 h 942"/>
              <a:gd name="T68" fmla="*/ 444 w 632"/>
              <a:gd name="T69" fmla="*/ 942 h 942"/>
              <a:gd name="T70" fmla="*/ 632 w 632"/>
              <a:gd name="T71" fmla="*/ 942 h 942"/>
              <a:gd name="T72" fmla="*/ 632 w 632"/>
              <a:gd name="T73" fmla="*/ 0 h 9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632" h="942">
                <a:moveTo>
                  <a:pt x="632" y="0"/>
                </a:moveTo>
                <a:lnTo>
                  <a:pt x="0" y="0"/>
                </a:lnTo>
                <a:lnTo>
                  <a:pt x="0" y="586"/>
                </a:lnTo>
                <a:lnTo>
                  <a:pt x="0" y="605"/>
                </a:lnTo>
                <a:lnTo>
                  <a:pt x="2" y="622"/>
                </a:lnTo>
                <a:lnTo>
                  <a:pt x="5" y="641"/>
                </a:lnTo>
                <a:lnTo>
                  <a:pt x="8" y="658"/>
                </a:lnTo>
                <a:lnTo>
                  <a:pt x="13" y="675"/>
                </a:lnTo>
                <a:lnTo>
                  <a:pt x="19" y="693"/>
                </a:lnTo>
                <a:lnTo>
                  <a:pt x="27" y="709"/>
                </a:lnTo>
                <a:lnTo>
                  <a:pt x="34" y="725"/>
                </a:lnTo>
                <a:lnTo>
                  <a:pt x="43" y="741"/>
                </a:lnTo>
                <a:lnTo>
                  <a:pt x="53" y="756"/>
                </a:lnTo>
                <a:lnTo>
                  <a:pt x="64" y="770"/>
                </a:lnTo>
                <a:lnTo>
                  <a:pt x="75" y="785"/>
                </a:lnTo>
                <a:lnTo>
                  <a:pt x="89" y="799"/>
                </a:lnTo>
                <a:lnTo>
                  <a:pt x="101" y="812"/>
                </a:lnTo>
                <a:lnTo>
                  <a:pt x="116" y="826"/>
                </a:lnTo>
                <a:lnTo>
                  <a:pt x="129" y="838"/>
                </a:lnTo>
                <a:lnTo>
                  <a:pt x="145" y="849"/>
                </a:lnTo>
                <a:lnTo>
                  <a:pt x="161" y="861"/>
                </a:lnTo>
                <a:lnTo>
                  <a:pt x="179" y="872"/>
                </a:lnTo>
                <a:lnTo>
                  <a:pt x="196" y="882"/>
                </a:lnTo>
                <a:lnTo>
                  <a:pt x="213" y="890"/>
                </a:lnTo>
                <a:lnTo>
                  <a:pt x="233" y="899"/>
                </a:lnTo>
                <a:lnTo>
                  <a:pt x="251" y="907"/>
                </a:lnTo>
                <a:lnTo>
                  <a:pt x="271" y="914"/>
                </a:lnTo>
                <a:lnTo>
                  <a:pt x="291" y="921"/>
                </a:lnTo>
                <a:lnTo>
                  <a:pt x="312" y="926"/>
                </a:lnTo>
                <a:lnTo>
                  <a:pt x="333" y="931"/>
                </a:lnTo>
                <a:lnTo>
                  <a:pt x="355" y="935"/>
                </a:lnTo>
                <a:lnTo>
                  <a:pt x="376" y="938"/>
                </a:lnTo>
                <a:lnTo>
                  <a:pt x="398" y="941"/>
                </a:lnTo>
                <a:lnTo>
                  <a:pt x="422" y="942"/>
                </a:lnTo>
                <a:lnTo>
                  <a:pt x="444" y="942"/>
                </a:lnTo>
                <a:lnTo>
                  <a:pt x="632" y="942"/>
                </a:lnTo>
                <a:lnTo>
                  <a:pt x="632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3" name="Rectangle 2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ChangeArrowheads="1"/>
          </p:cNvSpPr>
          <p:nvPr/>
        </p:nvSpPr>
        <p:spPr bwMode="auto">
          <a:xfrm>
            <a:off x="9932184" y="4348745"/>
            <a:ext cx="460792" cy="17225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5" name="Freeform 2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9844241" y="4092912"/>
            <a:ext cx="641765" cy="342323"/>
          </a:xfrm>
          <a:custGeom>
            <a:avLst/>
            <a:gdLst>
              <a:gd name="T0" fmla="*/ 0 w 1766"/>
              <a:gd name="T1" fmla="*/ 587 h 942"/>
              <a:gd name="T2" fmla="*/ 3 w 1766"/>
              <a:gd name="T3" fmla="*/ 624 h 942"/>
              <a:gd name="T4" fmla="*/ 12 w 1766"/>
              <a:gd name="T5" fmla="*/ 658 h 942"/>
              <a:gd name="T6" fmla="*/ 28 w 1766"/>
              <a:gd name="T7" fmla="*/ 693 h 942"/>
              <a:gd name="T8" fmla="*/ 49 w 1766"/>
              <a:gd name="T9" fmla="*/ 726 h 942"/>
              <a:gd name="T10" fmla="*/ 75 w 1766"/>
              <a:gd name="T11" fmla="*/ 757 h 942"/>
              <a:gd name="T12" fmla="*/ 106 w 1766"/>
              <a:gd name="T13" fmla="*/ 786 h 942"/>
              <a:gd name="T14" fmla="*/ 142 w 1766"/>
              <a:gd name="T15" fmla="*/ 814 h 942"/>
              <a:gd name="T16" fmla="*/ 181 w 1766"/>
              <a:gd name="T17" fmla="*/ 839 h 942"/>
              <a:gd name="T18" fmla="*/ 225 w 1766"/>
              <a:gd name="T19" fmla="*/ 862 h 942"/>
              <a:gd name="T20" fmla="*/ 274 w 1766"/>
              <a:gd name="T21" fmla="*/ 882 h 942"/>
              <a:gd name="T22" fmla="*/ 324 w 1766"/>
              <a:gd name="T23" fmla="*/ 900 h 942"/>
              <a:gd name="T24" fmla="*/ 378 w 1766"/>
              <a:gd name="T25" fmla="*/ 915 h 942"/>
              <a:gd name="T26" fmla="*/ 435 w 1766"/>
              <a:gd name="T27" fmla="*/ 928 h 942"/>
              <a:gd name="T28" fmla="*/ 494 w 1766"/>
              <a:gd name="T29" fmla="*/ 936 h 942"/>
              <a:gd name="T30" fmla="*/ 556 w 1766"/>
              <a:gd name="T31" fmla="*/ 941 h 942"/>
              <a:gd name="T32" fmla="*/ 619 w 1766"/>
              <a:gd name="T33" fmla="*/ 942 h 942"/>
              <a:gd name="T34" fmla="*/ 1178 w 1766"/>
              <a:gd name="T35" fmla="*/ 942 h 942"/>
              <a:gd name="T36" fmla="*/ 1241 w 1766"/>
              <a:gd name="T37" fmla="*/ 939 h 942"/>
              <a:gd name="T38" fmla="*/ 1302 w 1766"/>
              <a:gd name="T39" fmla="*/ 931 h 942"/>
              <a:gd name="T40" fmla="*/ 1360 w 1766"/>
              <a:gd name="T41" fmla="*/ 921 h 942"/>
              <a:gd name="T42" fmla="*/ 1415 w 1766"/>
              <a:gd name="T43" fmla="*/ 908 h 942"/>
              <a:gd name="T44" fmla="*/ 1467 w 1766"/>
              <a:gd name="T45" fmla="*/ 892 h 942"/>
              <a:gd name="T46" fmla="*/ 1516 w 1766"/>
              <a:gd name="T47" fmla="*/ 872 h 942"/>
              <a:gd name="T48" fmla="*/ 1563 w 1766"/>
              <a:gd name="T49" fmla="*/ 851 h 942"/>
              <a:gd name="T50" fmla="*/ 1605 w 1766"/>
              <a:gd name="T51" fmla="*/ 826 h 942"/>
              <a:gd name="T52" fmla="*/ 1642 w 1766"/>
              <a:gd name="T53" fmla="*/ 800 h 942"/>
              <a:gd name="T54" fmla="*/ 1677 w 1766"/>
              <a:gd name="T55" fmla="*/ 772 h 942"/>
              <a:gd name="T56" fmla="*/ 1705 w 1766"/>
              <a:gd name="T57" fmla="*/ 741 h 942"/>
              <a:gd name="T58" fmla="*/ 1729 w 1766"/>
              <a:gd name="T59" fmla="*/ 709 h 942"/>
              <a:gd name="T60" fmla="*/ 1746 w 1766"/>
              <a:gd name="T61" fmla="*/ 676 h 942"/>
              <a:gd name="T62" fmla="*/ 1758 w 1766"/>
              <a:gd name="T63" fmla="*/ 641 h 942"/>
              <a:gd name="T64" fmla="*/ 1766 w 1766"/>
              <a:gd name="T65" fmla="*/ 605 h 942"/>
              <a:gd name="T66" fmla="*/ 1766 w 1766"/>
              <a:gd name="T67" fmla="*/ 0 h 9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766" h="942">
                <a:moveTo>
                  <a:pt x="0" y="0"/>
                </a:moveTo>
                <a:lnTo>
                  <a:pt x="0" y="587"/>
                </a:lnTo>
                <a:lnTo>
                  <a:pt x="1" y="605"/>
                </a:lnTo>
                <a:lnTo>
                  <a:pt x="3" y="624"/>
                </a:lnTo>
                <a:lnTo>
                  <a:pt x="7" y="641"/>
                </a:lnTo>
                <a:lnTo>
                  <a:pt x="12" y="658"/>
                </a:lnTo>
                <a:lnTo>
                  <a:pt x="19" y="676"/>
                </a:lnTo>
                <a:lnTo>
                  <a:pt x="28" y="693"/>
                </a:lnTo>
                <a:lnTo>
                  <a:pt x="38" y="709"/>
                </a:lnTo>
                <a:lnTo>
                  <a:pt x="49" y="726"/>
                </a:lnTo>
                <a:lnTo>
                  <a:pt x="61" y="741"/>
                </a:lnTo>
                <a:lnTo>
                  <a:pt x="75" y="757"/>
                </a:lnTo>
                <a:lnTo>
                  <a:pt x="90" y="772"/>
                </a:lnTo>
                <a:lnTo>
                  <a:pt x="106" y="786"/>
                </a:lnTo>
                <a:lnTo>
                  <a:pt x="123" y="800"/>
                </a:lnTo>
                <a:lnTo>
                  <a:pt x="142" y="814"/>
                </a:lnTo>
                <a:lnTo>
                  <a:pt x="161" y="826"/>
                </a:lnTo>
                <a:lnTo>
                  <a:pt x="181" y="839"/>
                </a:lnTo>
                <a:lnTo>
                  <a:pt x="203" y="851"/>
                </a:lnTo>
                <a:lnTo>
                  <a:pt x="225" y="862"/>
                </a:lnTo>
                <a:lnTo>
                  <a:pt x="249" y="872"/>
                </a:lnTo>
                <a:lnTo>
                  <a:pt x="274" y="882"/>
                </a:lnTo>
                <a:lnTo>
                  <a:pt x="298" y="892"/>
                </a:lnTo>
                <a:lnTo>
                  <a:pt x="324" y="900"/>
                </a:lnTo>
                <a:lnTo>
                  <a:pt x="351" y="908"/>
                </a:lnTo>
                <a:lnTo>
                  <a:pt x="378" y="915"/>
                </a:lnTo>
                <a:lnTo>
                  <a:pt x="407" y="921"/>
                </a:lnTo>
                <a:lnTo>
                  <a:pt x="435" y="928"/>
                </a:lnTo>
                <a:lnTo>
                  <a:pt x="465" y="931"/>
                </a:lnTo>
                <a:lnTo>
                  <a:pt x="494" y="936"/>
                </a:lnTo>
                <a:lnTo>
                  <a:pt x="525" y="939"/>
                </a:lnTo>
                <a:lnTo>
                  <a:pt x="556" y="941"/>
                </a:lnTo>
                <a:lnTo>
                  <a:pt x="587" y="942"/>
                </a:lnTo>
                <a:lnTo>
                  <a:pt x="619" y="942"/>
                </a:lnTo>
                <a:lnTo>
                  <a:pt x="1146" y="942"/>
                </a:lnTo>
                <a:lnTo>
                  <a:pt x="1178" y="942"/>
                </a:lnTo>
                <a:lnTo>
                  <a:pt x="1209" y="941"/>
                </a:lnTo>
                <a:lnTo>
                  <a:pt x="1241" y="939"/>
                </a:lnTo>
                <a:lnTo>
                  <a:pt x="1271" y="936"/>
                </a:lnTo>
                <a:lnTo>
                  <a:pt x="1302" y="931"/>
                </a:lnTo>
                <a:lnTo>
                  <a:pt x="1330" y="928"/>
                </a:lnTo>
                <a:lnTo>
                  <a:pt x="1360" y="921"/>
                </a:lnTo>
                <a:lnTo>
                  <a:pt x="1388" y="915"/>
                </a:lnTo>
                <a:lnTo>
                  <a:pt x="1415" y="908"/>
                </a:lnTo>
                <a:lnTo>
                  <a:pt x="1441" y="900"/>
                </a:lnTo>
                <a:lnTo>
                  <a:pt x="1467" y="892"/>
                </a:lnTo>
                <a:lnTo>
                  <a:pt x="1493" y="882"/>
                </a:lnTo>
                <a:lnTo>
                  <a:pt x="1516" y="872"/>
                </a:lnTo>
                <a:lnTo>
                  <a:pt x="1540" y="862"/>
                </a:lnTo>
                <a:lnTo>
                  <a:pt x="1563" y="851"/>
                </a:lnTo>
                <a:lnTo>
                  <a:pt x="1584" y="839"/>
                </a:lnTo>
                <a:lnTo>
                  <a:pt x="1605" y="826"/>
                </a:lnTo>
                <a:lnTo>
                  <a:pt x="1625" y="814"/>
                </a:lnTo>
                <a:lnTo>
                  <a:pt x="1642" y="800"/>
                </a:lnTo>
                <a:lnTo>
                  <a:pt x="1660" y="786"/>
                </a:lnTo>
                <a:lnTo>
                  <a:pt x="1677" y="772"/>
                </a:lnTo>
                <a:lnTo>
                  <a:pt x="1692" y="757"/>
                </a:lnTo>
                <a:lnTo>
                  <a:pt x="1705" y="741"/>
                </a:lnTo>
                <a:lnTo>
                  <a:pt x="1718" y="726"/>
                </a:lnTo>
                <a:lnTo>
                  <a:pt x="1729" y="709"/>
                </a:lnTo>
                <a:lnTo>
                  <a:pt x="1739" y="693"/>
                </a:lnTo>
                <a:lnTo>
                  <a:pt x="1746" y="676"/>
                </a:lnTo>
                <a:lnTo>
                  <a:pt x="1753" y="658"/>
                </a:lnTo>
                <a:lnTo>
                  <a:pt x="1758" y="641"/>
                </a:lnTo>
                <a:lnTo>
                  <a:pt x="1763" y="624"/>
                </a:lnTo>
                <a:lnTo>
                  <a:pt x="1766" y="605"/>
                </a:lnTo>
                <a:lnTo>
                  <a:pt x="1766" y="587"/>
                </a:lnTo>
                <a:lnTo>
                  <a:pt x="176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46" name="Freeform 2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9844241" y="4092912"/>
            <a:ext cx="317612" cy="342323"/>
          </a:xfrm>
          <a:custGeom>
            <a:avLst/>
            <a:gdLst>
              <a:gd name="T0" fmla="*/ 875 w 875"/>
              <a:gd name="T1" fmla="*/ 0 h 942"/>
              <a:gd name="T2" fmla="*/ 0 w 875"/>
              <a:gd name="T3" fmla="*/ 0 h 942"/>
              <a:gd name="T4" fmla="*/ 0 w 875"/>
              <a:gd name="T5" fmla="*/ 587 h 942"/>
              <a:gd name="T6" fmla="*/ 1 w 875"/>
              <a:gd name="T7" fmla="*/ 605 h 942"/>
              <a:gd name="T8" fmla="*/ 3 w 875"/>
              <a:gd name="T9" fmla="*/ 624 h 942"/>
              <a:gd name="T10" fmla="*/ 7 w 875"/>
              <a:gd name="T11" fmla="*/ 641 h 942"/>
              <a:gd name="T12" fmla="*/ 12 w 875"/>
              <a:gd name="T13" fmla="*/ 658 h 942"/>
              <a:gd name="T14" fmla="*/ 19 w 875"/>
              <a:gd name="T15" fmla="*/ 676 h 942"/>
              <a:gd name="T16" fmla="*/ 28 w 875"/>
              <a:gd name="T17" fmla="*/ 693 h 942"/>
              <a:gd name="T18" fmla="*/ 38 w 875"/>
              <a:gd name="T19" fmla="*/ 709 h 942"/>
              <a:gd name="T20" fmla="*/ 49 w 875"/>
              <a:gd name="T21" fmla="*/ 726 h 942"/>
              <a:gd name="T22" fmla="*/ 61 w 875"/>
              <a:gd name="T23" fmla="*/ 741 h 942"/>
              <a:gd name="T24" fmla="*/ 75 w 875"/>
              <a:gd name="T25" fmla="*/ 757 h 942"/>
              <a:gd name="T26" fmla="*/ 90 w 875"/>
              <a:gd name="T27" fmla="*/ 772 h 942"/>
              <a:gd name="T28" fmla="*/ 106 w 875"/>
              <a:gd name="T29" fmla="*/ 786 h 942"/>
              <a:gd name="T30" fmla="*/ 123 w 875"/>
              <a:gd name="T31" fmla="*/ 800 h 942"/>
              <a:gd name="T32" fmla="*/ 142 w 875"/>
              <a:gd name="T33" fmla="*/ 814 h 942"/>
              <a:gd name="T34" fmla="*/ 161 w 875"/>
              <a:gd name="T35" fmla="*/ 826 h 942"/>
              <a:gd name="T36" fmla="*/ 181 w 875"/>
              <a:gd name="T37" fmla="*/ 839 h 942"/>
              <a:gd name="T38" fmla="*/ 203 w 875"/>
              <a:gd name="T39" fmla="*/ 851 h 942"/>
              <a:gd name="T40" fmla="*/ 225 w 875"/>
              <a:gd name="T41" fmla="*/ 862 h 942"/>
              <a:gd name="T42" fmla="*/ 249 w 875"/>
              <a:gd name="T43" fmla="*/ 872 h 942"/>
              <a:gd name="T44" fmla="*/ 274 w 875"/>
              <a:gd name="T45" fmla="*/ 882 h 942"/>
              <a:gd name="T46" fmla="*/ 298 w 875"/>
              <a:gd name="T47" fmla="*/ 892 h 942"/>
              <a:gd name="T48" fmla="*/ 324 w 875"/>
              <a:gd name="T49" fmla="*/ 900 h 942"/>
              <a:gd name="T50" fmla="*/ 351 w 875"/>
              <a:gd name="T51" fmla="*/ 908 h 942"/>
              <a:gd name="T52" fmla="*/ 378 w 875"/>
              <a:gd name="T53" fmla="*/ 915 h 942"/>
              <a:gd name="T54" fmla="*/ 407 w 875"/>
              <a:gd name="T55" fmla="*/ 921 h 942"/>
              <a:gd name="T56" fmla="*/ 435 w 875"/>
              <a:gd name="T57" fmla="*/ 928 h 942"/>
              <a:gd name="T58" fmla="*/ 465 w 875"/>
              <a:gd name="T59" fmla="*/ 931 h 942"/>
              <a:gd name="T60" fmla="*/ 494 w 875"/>
              <a:gd name="T61" fmla="*/ 936 h 942"/>
              <a:gd name="T62" fmla="*/ 525 w 875"/>
              <a:gd name="T63" fmla="*/ 939 h 942"/>
              <a:gd name="T64" fmla="*/ 556 w 875"/>
              <a:gd name="T65" fmla="*/ 941 h 942"/>
              <a:gd name="T66" fmla="*/ 587 w 875"/>
              <a:gd name="T67" fmla="*/ 942 h 942"/>
              <a:gd name="T68" fmla="*/ 619 w 875"/>
              <a:gd name="T69" fmla="*/ 942 h 942"/>
              <a:gd name="T70" fmla="*/ 875 w 875"/>
              <a:gd name="T71" fmla="*/ 942 h 942"/>
              <a:gd name="T72" fmla="*/ 875 w 875"/>
              <a:gd name="T73" fmla="*/ 0 h 9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75" h="942">
                <a:moveTo>
                  <a:pt x="875" y="0"/>
                </a:moveTo>
                <a:lnTo>
                  <a:pt x="0" y="0"/>
                </a:lnTo>
                <a:lnTo>
                  <a:pt x="0" y="587"/>
                </a:lnTo>
                <a:lnTo>
                  <a:pt x="1" y="605"/>
                </a:lnTo>
                <a:lnTo>
                  <a:pt x="3" y="624"/>
                </a:lnTo>
                <a:lnTo>
                  <a:pt x="7" y="641"/>
                </a:lnTo>
                <a:lnTo>
                  <a:pt x="12" y="658"/>
                </a:lnTo>
                <a:lnTo>
                  <a:pt x="19" y="676"/>
                </a:lnTo>
                <a:lnTo>
                  <a:pt x="28" y="693"/>
                </a:lnTo>
                <a:lnTo>
                  <a:pt x="38" y="709"/>
                </a:lnTo>
                <a:lnTo>
                  <a:pt x="49" y="726"/>
                </a:lnTo>
                <a:lnTo>
                  <a:pt x="61" y="741"/>
                </a:lnTo>
                <a:lnTo>
                  <a:pt x="75" y="757"/>
                </a:lnTo>
                <a:lnTo>
                  <a:pt x="90" y="772"/>
                </a:lnTo>
                <a:lnTo>
                  <a:pt x="106" y="786"/>
                </a:lnTo>
                <a:lnTo>
                  <a:pt x="123" y="800"/>
                </a:lnTo>
                <a:lnTo>
                  <a:pt x="142" y="814"/>
                </a:lnTo>
                <a:lnTo>
                  <a:pt x="161" y="826"/>
                </a:lnTo>
                <a:lnTo>
                  <a:pt x="181" y="839"/>
                </a:lnTo>
                <a:lnTo>
                  <a:pt x="203" y="851"/>
                </a:lnTo>
                <a:lnTo>
                  <a:pt x="225" y="862"/>
                </a:lnTo>
                <a:lnTo>
                  <a:pt x="249" y="872"/>
                </a:lnTo>
                <a:lnTo>
                  <a:pt x="274" y="882"/>
                </a:lnTo>
                <a:lnTo>
                  <a:pt x="298" y="892"/>
                </a:lnTo>
                <a:lnTo>
                  <a:pt x="324" y="900"/>
                </a:lnTo>
                <a:lnTo>
                  <a:pt x="351" y="908"/>
                </a:lnTo>
                <a:lnTo>
                  <a:pt x="378" y="915"/>
                </a:lnTo>
                <a:lnTo>
                  <a:pt x="407" y="921"/>
                </a:lnTo>
                <a:lnTo>
                  <a:pt x="435" y="928"/>
                </a:lnTo>
                <a:lnTo>
                  <a:pt x="465" y="931"/>
                </a:lnTo>
                <a:lnTo>
                  <a:pt x="494" y="936"/>
                </a:lnTo>
                <a:lnTo>
                  <a:pt x="525" y="939"/>
                </a:lnTo>
                <a:lnTo>
                  <a:pt x="556" y="941"/>
                </a:lnTo>
                <a:lnTo>
                  <a:pt x="587" y="942"/>
                </a:lnTo>
                <a:lnTo>
                  <a:pt x="619" y="942"/>
                </a:lnTo>
                <a:lnTo>
                  <a:pt x="875" y="942"/>
                </a:lnTo>
                <a:lnTo>
                  <a:pt x="875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47" name="Rectangle 2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ChangeArrowheads="1"/>
          </p:cNvSpPr>
          <p:nvPr/>
        </p:nvSpPr>
        <p:spPr bwMode="auto">
          <a:xfrm>
            <a:off x="6931115" y="3866150"/>
            <a:ext cx="1008072" cy="2027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48" name="Rectangle 3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ChangeArrowheads="1"/>
          </p:cNvSpPr>
          <p:nvPr/>
        </p:nvSpPr>
        <p:spPr bwMode="auto">
          <a:xfrm>
            <a:off x="6931114" y="3866150"/>
            <a:ext cx="505126" cy="202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49" name="Freeform 3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7154969" y="4334936"/>
            <a:ext cx="554548" cy="356132"/>
          </a:xfrm>
          <a:custGeom>
            <a:avLst/>
            <a:gdLst>
              <a:gd name="T0" fmla="*/ 0 w 1524"/>
              <a:gd name="T1" fmla="*/ 610 h 980"/>
              <a:gd name="T2" fmla="*/ 2 w 1524"/>
              <a:gd name="T3" fmla="*/ 648 h 980"/>
              <a:gd name="T4" fmla="*/ 11 w 1524"/>
              <a:gd name="T5" fmla="*/ 685 h 980"/>
              <a:gd name="T6" fmla="*/ 25 w 1524"/>
              <a:gd name="T7" fmla="*/ 720 h 980"/>
              <a:gd name="T8" fmla="*/ 42 w 1524"/>
              <a:gd name="T9" fmla="*/ 754 h 980"/>
              <a:gd name="T10" fmla="*/ 64 w 1524"/>
              <a:gd name="T11" fmla="*/ 786 h 980"/>
              <a:gd name="T12" fmla="*/ 91 w 1524"/>
              <a:gd name="T13" fmla="*/ 817 h 980"/>
              <a:gd name="T14" fmla="*/ 122 w 1524"/>
              <a:gd name="T15" fmla="*/ 845 h 980"/>
              <a:gd name="T16" fmla="*/ 157 w 1524"/>
              <a:gd name="T17" fmla="*/ 871 h 980"/>
              <a:gd name="T18" fmla="*/ 195 w 1524"/>
              <a:gd name="T19" fmla="*/ 896 h 980"/>
              <a:gd name="T20" fmla="*/ 236 w 1524"/>
              <a:gd name="T21" fmla="*/ 917 h 980"/>
              <a:gd name="T22" fmla="*/ 280 w 1524"/>
              <a:gd name="T23" fmla="*/ 936 h 980"/>
              <a:gd name="T24" fmla="*/ 327 w 1524"/>
              <a:gd name="T25" fmla="*/ 950 h 980"/>
              <a:gd name="T26" fmla="*/ 376 w 1524"/>
              <a:gd name="T27" fmla="*/ 964 h 980"/>
              <a:gd name="T28" fmla="*/ 427 w 1524"/>
              <a:gd name="T29" fmla="*/ 973 h 980"/>
              <a:gd name="T30" fmla="*/ 480 w 1524"/>
              <a:gd name="T31" fmla="*/ 978 h 980"/>
              <a:gd name="T32" fmla="*/ 534 w 1524"/>
              <a:gd name="T33" fmla="*/ 980 h 980"/>
              <a:gd name="T34" fmla="*/ 1017 w 1524"/>
              <a:gd name="T35" fmla="*/ 980 h 980"/>
              <a:gd name="T36" fmla="*/ 1071 w 1524"/>
              <a:gd name="T37" fmla="*/ 976 h 980"/>
              <a:gd name="T38" fmla="*/ 1123 w 1524"/>
              <a:gd name="T39" fmla="*/ 969 h 980"/>
              <a:gd name="T40" fmla="*/ 1174 w 1524"/>
              <a:gd name="T41" fmla="*/ 958 h 980"/>
              <a:gd name="T42" fmla="*/ 1221 w 1524"/>
              <a:gd name="T43" fmla="*/ 943 h 980"/>
              <a:gd name="T44" fmla="*/ 1266 w 1524"/>
              <a:gd name="T45" fmla="*/ 927 h 980"/>
              <a:gd name="T46" fmla="*/ 1310 w 1524"/>
              <a:gd name="T47" fmla="*/ 906 h 980"/>
              <a:gd name="T48" fmla="*/ 1349 w 1524"/>
              <a:gd name="T49" fmla="*/ 884 h 980"/>
              <a:gd name="T50" fmla="*/ 1385 w 1524"/>
              <a:gd name="T51" fmla="*/ 859 h 980"/>
              <a:gd name="T52" fmla="*/ 1418 w 1524"/>
              <a:gd name="T53" fmla="*/ 832 h 980"/>
              <a:gd name="T54" fmla="*/ 1447 w 1524"/>
              <a:gd name="T55" fmla="*/ 802 h 980"/>
              <a:gd name="T56" fmla="*/ 1471 w 1524"/>
              <a:gd name="T57" fmla="*/ 770 h 980"/>
              <a:gd name="T58" fmla="*/ 1492 w 1524"/>
              <a:gd name="T59" fmla="*/ 737 h 980"/>
              <a:gd name="T60" fmla="*/ 1507 w 1524"/>
              <a:gd name="T61" fmla="*/ 702 h 980"/>
              <a:gd name="T62" fmla="*/ 1518 w 1524"/>
              <a:gd name="T63" fmla="*/ 666 h 980"/>
              <a:gd name="T64" fmla="*/ 1523 w 1524"/>
              <a:gd name="T65" fmla="*/ 629 h 980"/>
              <a:gd name="T66" fmla="*/ 1524 w 1524"/>
              <a:gd name="T67" fmla="*/ 0 h 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524" h="980">
                <a:moveTo>
                  <a:pt x="0" y="0"/>
                </a:moveTo>
                <a:lnTo>
                  <a:pt x="0" y="610"/>
                </a:lnTo>
                <a:lnTo>
                  <a:pt x="1" y="629"/>
                </a:lnTo>
                <a:lnTo>
                  <a:pt x="2" y="648"/>
                </a:lnTo>
                <a:lnTo>
                  <a:pt x="6" y="666"/>
                </a:lnTo>
                <a:lnTo>
                  <a:pt x="11" y="685"/>
                </a:lnTo>
                <a:lnTo>
                  <a:pt x="17" y="702"/>
                </a:lnTo>
                <a:lnTo>
                  <a:pt x="25" y="720"/>
                </a:lnTo>
                <a:lnTo>
                  <a:pt x="32" y="737"/>
                </a:lnTo>
                <a:lnTo>
                  <a:pt x="42" y="754"/>
                </a:lnTo>
                <a:lnTo>
                  <a:pt x="53" y="770"/>
                </a:lnTo>
                <a:lnTo>
                  <a:pt x="64" y="786"/>
                </a:lnTo>
                <a:lnTo>
                  <a:pt x="78" y="802"/>
                </a:lnTo>
                <a:lnTo>
                  <a:pt x="91" y="817"/>
                </a:lnTo>
                <a:lnTo>
                  <a:pt x="106" y="832"/>
                </a:lnTo>
                <a:lnTo>
                  <a:pt x="122" y="845"/>
                </a:lnTo>
                <a:lnTo>
                  <a:pt x="139" y="859"/>
                </a:lnTo>
                <a:lnTo>
                  <a:pt x="157" y="871"/>
                </a:lnTo>
                <a:lnTo>
                  <a:pt x="175" y="884"/>
                </a:lnTo>
                <a:lnTo>
                  <a:pt x="195" y="896"/>
                </a:lnTo>
                <a:lnTo>
                  <a:pt x="215" y="906"/>
                </a:lnTo>
                <a:lnTo>
                  <a:pt x="236" y="917"/>
                </a:lnTo>
                <a:lnTo>
                  <a:pt x="258" y="927"/>
                </a:lnTo>
                <a:lnTo>
                  <a:pt x="280" y="936"/>
                </a:lnTo>
                <a:lnTo>
                  <a:pt x="304" y="943"/>
                </a:lnTo>
                <a:lnTo>
                  <a:pt x="327" y="950"/>
                </a:lnTo>
                <a:lnTo>
                  <a:pt x="350" y="958"/>
                </a:lnTo>
                <a:lnTo>
                  <a:pt x="376" y="964"/>
                </a:lnTo>
                <a:lnTo>
                  <a:pt x="401" y="969"/>
                </a:lnTo>
                <a:lnTo>
                  <a:pt x="427" y="973"/>
                </a:lnTo>
                <a:lnTo>
                  <a:pt x="453" y="976"/>
                </a:lnTo>
                <a:lnTo>
                  <a:pt x="480" y="978"/>
                </a:lnTo>
                <a:lnTo>
                  <a:pt x="507" y="980"/>
                </a:lnTo>
                <a:lnTo>
                  <a:pt x="534" y="980"/>
                </a:lnTo>
                <a:lnTo>
                  <a:pt x="990" y="980"/>
                </a:lnTo>
                <a:lnTo>
                  <a:pt x="1017" y="980"/>
                </a:lnTo>
                <a:lnTo>
                  <a:pt x="1044" y="978"/>
                </a:lnTo>
                <a:lnTo>
                  <a:pt x="1071" y="976"/>
                </a:lnTo>
                <a:lnTo>
                  <a:pt x="1097" y="973"/>
                </a:lnTo>
                <a:lnTo>
                  <a:pt x="1123" y="969"/>
                </a:lnTo>
                <a:lnTo>
                  <a:pt x="1148" y="964"/>
                </a:lnTo>
                <a:lnTo>
                  <a:pt x="1174" y="958"/>
                </a:lnTo>
                <a:lnTo>
                  <a:pt x="1197" y="950"/>
                </a:lnTo>
                <a:lnTo>
                  <a:pt x="1221" y="943"/>
                </a:lnTo>
                <a:lnTo>
                  <a:pt x="1244" y="936"/>
                </a:lnTo>
                <a:lnTo>
                  <a:pt x="1266" y="927"/>
                </a:lnTo>
                <a:lnTo>
                  <a:pt x="1289" y="917"/>
                </a:lnTo>
                <a:lnTo>
                  <a:pt x="1310" y="906"/>
                </a:lnTo>
                <a:lnTo>
                  <a:pt x="1329" y="896"/>
                </a:lnTo>
                <a:lnTo>
                  <a:pt x="1349" y="884"/>
                </a:lnTo>
                <a:lnTo>
                  <a:pt x="1368" y="871"/>
                </a:lnTo>
                <a:lnTo>
                  <a:pt x="1385" y="859"/>
                </a:lnTo>
                <a:lnTo>
                  <a:pt x="1402" y="845"/>
                </a:lnTo>
                <a:lnTo>
                  <a:pt x="1418" y="832"/>
                </a:lnTo>
                <a:lnTo>
                  <a:pt x="1433" y="817"/>
                </a:lnTo>
                <a:lnTo>
                  <a:pt x="1447" y="802"/>
                </a:lnTo>
                <a:lnTo>
                  <a:pt x="1460" y="786"/>
                </a:lnTo>
                <a:lnTo>
                  <a:pt x="1471" y="770"/>
                </a:lnTo>
                <a:lnTo>
                  <a:pt x="1482" y="754"/>
                </a:lnTo>
                <a:lnTo>
                  <a:pt x="1492" y="737"/>
                </a:lnTo>
                <a:lnTo>
                  <a:pt x="1500" y="720"/>
                </a:lnTo>
                <a:lnTo>
                  <a:pt x="1507" y="702"/>
                </a:lnTo>
                <a:lnTo>
                  <a:pt x="1513" y="685"/>
                </a:lnTo>
                <a:lnTo>
                  <a:pt x="1518" y="666"/>
                </a:lnTo>
                <a:lnTo>
                  <a:pt x="1522" y="648"/>
                </a:lnTo>
                <a:lnTo>
                  <a:pt x="1523" y="629"/>
                </a:lnTo>
                <a:lnTo>
                  <a:pt x="1524" y="610"/>
                </a:lnTo>
                <a:lnTo>
                  <a:pt x="15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0" name="Freeform 3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7154969" y="4334936"/>
            <a:ext cx="277638" cy="356132"/>
          </a:xfrm>
          <a:custGeom>
            <a:avLst/>
            <a:gdLst>
              <a:gd name="T0" fmla="*/ 764 w 764"/>
              <a:gd name="T1" fmla="*/ 0 h 980"/>
              <a:gd name="T2" fmla="*/ 0 w 764"/>
              <a:gd name="T3" fmla="*/ 0 h 980"/>
              <a:gd name="T4" fmla="*/ 0 w 764"/>
              <a:gd name="T5" fmla="*/ 610 h 980"/>
              <a:gd name="T6" fmla="*/ 1 w 764"/>
              <a:gd name="T7" fmla="*/ 629 h 980"/>
              <a:gd name="T8" fmla="*/ 2 w 764"/>
              <a:gd name="T9" fmla="*/ 648 h 980"/>
              <a:gd name="T10" fmla="*/ 6 w 764"/>
              <a:gd name="T11" fmla="*/ 666 h 980"/>
              <a:gd name="T12" fmla="*/ 11 w 764"/>
              <a:gd name="T13" fmla="*/ 685 h 980"/>
              <a:gd name="T14" fmla="*/ 17 w 764"/>
              <a:gd name="T15" fmla="*/ 702 h 980"/>
              <a:gd name="T16" fmla="*/ 25 w 764"/>
              <a:gd name="T17" fmla="*/ 720 h 980"/>
              <a:gd name="T18" fmla="*/ 32 w 764"/>
              <a:gd name="T19" fmla="*/ 737 h 980"/>
              <a:gd name="T20" fmla="*/ 42 w 764"/>
              <a:gd name="T21" fmla="*/ 754 h 980"/>
              <a:gd name="T22" fmla="*/ 53 w 764"/>
              <a:gd name="T23" fmla="*/ 770 h 980"/>
              <a:gd name="T24" fmla="*/ 64 w 764"/>
              <a:gd name="T25" fmla="*/ 786 h 980"/>
              <a:gd name="T26" fmla="*/ 78 w 764"/>
              <a:gd name="T27" fmla="*/ 802 h 980"/>
              <a:gd name="T28" fmla="*/ 91 w 764"/>
              <a:gd name="T29" fmla="*/ 817 h 980"/>
              <a:gd name="T30" fmla="*/ 106 w 764"/>
              <a:gd name="T31" fmla="*/ 832 h 980"/>
              <a:gd name="T32" fmla="*/ 122 w 764"/>
              <a:gd name="T33" fmla="*/ 845 h 980"/>
              <a:gd name="T34" fmla="*/ 139 w 764"/>
              <a:gd name="T35" fmla="*/ 859 h 980"/>
              <a:gd name="T36" fmla="*/ 157 w 764"/>
              <a:gd name="T37" fmla="*/ 871 h 980"/>
              <a:gd name="T38" fmla="*/ 175 w 764"/>
              <a:gd name="T39" fmla="*/ 884 h 980"/>
              <a:gd name="T40" fmla="*/ 195 w 764"/>
              <a:gd name="T41" fmla="*/ 896 h 980"/>
              <a:gd name="T42" fmla="*/ 215 w 764"/>
              <a:gd name="T43" fmla="*/ 906 h 980"/>
              <a:gd name="T44" fmla="*/ 236 w 764"/>
              <a:gd name="T45" fmla="*/ 917 h 980"/>
              <a:gd name="T46" fmla="*/ 258 w 764"/>
              <a:gd name="T47" fmla="*/ 927 h 980"/>
              <a:gd name="T48" fmla="*/ 280 w 764"/>
              <a:gd name="T49" fmla="*/ 936 h 980"/>
              <a:gd name="T50" fmla="*/ 304 w 764"/>
              <a:gd name="T51" fmla="*/ 943 h 980"/>
              <a:gd name="T52" fmla="*/ 327 w 764"/>
              <a:gd name="T53" fmla="*/ 950 h 980"/>
              <a:gd name="T54" fmla="*/ 350 w 764"/>
              <a:gd name="T55" fmla="*/ 958 h 980"/>
              <a:gd name="T56" fmla="*/ 376 w 764"/>
              <a:gd name="T57" fmla="*/ 964 h 980"/>
              <a:gd name="T58" fmla="*/ 401 w 764"/>
              <a:gd name="T59" fmla="*/ 969 h 980"/>
              <a:gd name="T60" fmla="*/ 427 w 764"/>
              <a:gd name="T61" fmla="*/ 973 h 980"/>
              <a:gd name="T62" fmla="*/ 453 w 764"/>
              <a:gd name="T63" fmla="*/ 976 h 980"/>
              <a:gd name="T64" fmla="*/ 480 w 764"/>
              <a:gd name="T65" fmla="*/ 978 h 980"/>
              <a:gd name="T66" fmla="*/ 507 w 764"/>
              <a:gd name="T67" fmla="*/ 980 h 980"/>
              <a:gd name="T68" fmla="*/ 534 w 764"/>
              <a:gd name="T69" fmla="*/ 980 h 980"/>
              <a:gd name="T70" fmla="*/ 764 w 764"/>
              <a:gd name="T71" fmla="*/ 980 h 980"/>
              <a:gd name="T72" fmla="*/ 764 w 764"/>
              <a:gd name="T73" fmla="*/ 0 h 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980">
                <a:moveTo>
                  <a:pt x="764" y="0"/>
                </a:moveTo>
                <a:lnTo>
                  <a:pt x="0" y="0"/>
                </a:lnTo>
                <a:lnTo>
                  <a:pt x="0" y="610"/>
                </a:lnTo>
                <a:lnTo>
                  <a:pt x="1" y="629"/>
                </a:lnTo>
                <a:lnTo>
                  <a:pt x="2" y="648"/>
                </a:lnTo>
                <a:lnTo>
                  <a:pt x="6" y="666"/>
                </a:lnTo>
                <a:lnTo>
                  <a:pt x="11" y="685"/>
                </a:lnTo>
                <a:lnTo>
                  <a:pt x="17" y="702"/>
                </a:lnTo>
                <a:lnTo>
                  <a:pt x="25" y="720"/>
                </a:lnTo>
                <a:lnTo>
                  <a:pt x="32" y="737"/>
                </a:lnTo>
                <a:lnTo>
                  <a:pt x="42" y="754"/>
                </a:lnTo>
                <a:lnTo>
                  <a:pt x="53" y="770"/>
                </a:lnTo>
                <a:lnTo>
                  <a:pt x="64" y="786"/>
                </a:lnTo>
                <a:lnTo>
                  <a:pt x="78" y="802"/>
                </a:lnTo>
                <a:lnTo>
                  <a:pt x="91" y="817"/>
                </a:lnTo>
                <a:lnTo>
                  <a:pt x="106" y="832"/>
                </a:lnTo>
                <a:lnTo>
                  <a:pt x="122" y="845"/>
                </a:lnTo>
                <a:lnTo>
                  <a:pt x="139" y="859"/>
                </a:lnTo>
                <a:lnTo>
                  <a:pt x="157" y="871"/>
                </a:lnTo>
                <a:lnTo>
                  <a:pt x="175" y="884"/>
                </a:lnTo>
                <a:lnTo>
                  <a:pt x="195" y="896"/>
                </a:lnTo>
                <a:lnTo>
                  <a:pt x="215" y="906"/>
                </a:lnTo>
                <a:lnTo>
                  <a:pt x="236" y="917"/>
                </a:lnTo>
                <a:lnTo>
                  <a:pt x="258" y="927"/>
                </a:lnTo>
                <a:lnTo>
                  <a:pt x="280" y="936"/>
                </a:lnTo>
                <a:lnTo>
                  <a:pt x="304" y="943"/>
                </a:lnTo>
                <a:lnTo>
                  <a:pt x="327" y="950"/>
                </a:lnTo>
                <a:lnTo>
                  <a:pt x="350" y="958"/>
                </a:lnTo>
                <a:lnTo>
                  <a:pt x="376" y="964"/>
                </a:lnTo>
                <a:lnTo>
                  <a:pt x="401" y="969"/>
                </a:lnTo>
                <a:lnTo>
                  <a:pt x="427" y="973"/>
                </a:lnTo>
                <a:lnTo>
                  <a:pt x="453" y="976"/>
                </a:lnTo>
                <a:lnTo>
                  <a:pt x="480" y="978"/>
                </a:lnTo>
                <a:lnTo>
                  <a:pt x="507" y="980"/>
                </a:lnTo>
                <a:lnTo>
                  <a:pt x="534" y="980"/>
                </a:lnTo>
                <a:lnTo>
                  <a:pt x="764" y="980"/>
                </a:lnTo>
                <a:lnTo>
                  <a:pt x="764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Rectangle 3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ChangeArrowheads="1"/>
          </p:cNvSpPr>
          <p:nvPr/>
        </p:nvSpPr>
        <p:spPr bwMode="auto">
          <a:xfrm>
            <a:off x="7154969" y="4334936"/>
            <a:ext cx="554548" cy="1795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Freeform 3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7049583" y="4068927"/>
            <a:ext cx="771135" cy="356132"/>
          </a:xfrm>
          <a:custGeom>
            <a:avLst/>
            <a:gdLst>
              <a:gd name="T0" fmla="*/ 0 w 2123"/>
              <a:gd name="T1" fmla="*/ 610 h 980"/>
              <a:gd name="T2" fmla="*/ 3 w 2123"/>
              <a:gd name="T3" fmla="*/ 648 h 980"/>
              <a:gd name="T4" fmla="*/ 14 w 2123"/>
              <a:gd name="T5" fmla="*/ 685 h 980"/>
              <a:gd name="T6" fmla="*/ 33 w 2123"/>
              <a:gd name="T7" fmla="*/ 721 h 980"/>
              <a:gd name="T8" fmla="*/ 58 w 2123"/>
              <a:gd name="T9" fmla="*/ 754 h 980"/>
              <a:gd name="T10" fmla="*/ 89 w 2123"/>
              <a:gd name="T11" fmla="*/ 786 h 980"/>
              <a:gd name="T12" fmla="*/ 127 w 2123"/>
              <a:gd name="T13" fmla="*/ 817 h 980"/>
              <a:gd name="T14" fmla="*/ 169 w 2123"/>
              <a:gd name="T15" fmla="*/ 845 h 980"/>
              <a:gd name="T16" fmla="*/ 217 w 2123"/>
              <a:gd name="T17" fmla="*/ 871 h 980"/>
              <a:gd name="T18" fmla="*/ 270 w 2123"/>
              <a:gd name="T19" fmla="*/ 896 h 980"/>
              <a:gd name="T20" fmla="*/ 328 w 2123"/>
              <a:gd name="T21" fmla="*/ 917 h 980"/>
              <a:gd name="T22" fmla="*/ 390 w 2123"/>
              <a:gd name="T23" fmla="*/ 936 h 980"/>
              <a:gd name="T24" fmla="*/ 454 w 2123"/>
              <a:gd name="T25" fmla="*/ 952 h 980"/>
              <a:gd name="T26" fmla="*/ 523 w 2123"/>
              <a:gd name="T27" fmla="*/ 964 h 980"/>
              <a:gd name="T28" fmla="*/ 595 w 2123"/>
              <a:gd name="T29" fmla="*/ 973 h 980"/>
              <a:gd name="T30" fmla="*/ 669 w 2123"/>
              <a:gd name="T31" fmla="*/ 979 h 980"/>
              <a:gd name="T32" fmla="*/ 744 w 2123"/>
              <a:gd name="T33" fmla="*/ 980 h 980"/>
              <a:gd name="T34" fmla="*/ 1415 w 2123"/>
              <a:gd name="T35" fmla="*/ 980 h 980"/>
              <a:gd name="T36" fmla="*/ 1491 w 2123"/>
              <a:gd name="T37" fmla="*/ 976 h 980"/>
              <a:gd name="T38" fmla="*/ 1563 w 2123"/>
              <a:gd name="T39" fmla="*/ 969 h 980"/>
              <a:gd name="T40" fmla="*/ 1634 w 2123"/>
              <a:gd name="T41" fmla="*/ 958 h 980"/>
              <a:gd name="T42" fmla="*/ 1700 w 2123"/>
              <a:gd name="T43" fmla="*/ 944 h 980"/>
              <a:gd name="T44" fmla="*/ 1763 w 2123"/>
              <a:gd name="T45" fmla="*/ 927 h 980"/>
              <a:gd name="T46" fmla="*/ 1823 w 2123"/>
              <a:gd name="T47" fmla="*/ 907 h 980"/>
              <a:gd name="T48" fmla="*/ 1878 w 2123"/>
              <a:gd name="T49" fmla="*/ 884 h 980"/>
              <a:gd name="T50" fmla="*/ 1929 w 2123"/>
              <a:gd name="T51" fmla="*/ 859 h 980"/>
              <a:gd name="T52" fmla="*/ 1974 w 2123"/>
              <a:gd name="T53" fmla="*/ 832 h 980"/>
              <a:gd name="T54" fmla="*/ 2014 w 2123"/>
              <a:gd name="T55" fmla="*/ 802 h 980"/>
              <a:gd name="T56" fmla="*/ 2049 w 2123"/>
              <a:gd name="T57" fmla="*/ 770 h 980"/>
              <a:gd name="T58" fmla="*/ 2077 w 2123"/>
              <a:gd name="T59" fmla="*/ 738 h 980"/>
              <a:gd name="T60" fmla="*/ 2099 w 2123"/>
              <a:gd name="T61" fmla="*/ 702 h 980"/>
              <a:gd name="T62" fmla="*/ 2114 w 2123"/>
              <a:gd name="T63" fmla="*/ 666 h 980"/>
              <a:gd name="T64" fmla="*/ 2121 w 2123"/>
              <a:gd name="T65" fmla="*/ 629 h 980"/>
              <a:gd name="T66" fmla="*/ 2123 w 2123"/>
              <a:gd name="T67" fmla="*/ 0 h 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23" h="980">
                <a:moveTo>
                  <a:pt x="0" y="0"/>
                </a:moveTo>
                <a:lnTo>
                  <a:pt x="0" y="610"/>
                </a:lnTo>
                <a:lnTo>
                  <a:pt x="0" y="629"/>
                </a:lnTo>
                <a:lnTo>
                  <a:pt x="3" y="648"/>
                </a:lnTo>
                <a:lnTo>
                  <a:pt x="8" y="666"/>
                </a:lnTo>
                <a:lnTo>
                  <a:pt x="14" y="685"/>
                </a:lnTo>
                <a:lnTo>
                  <a:pt x="23" y="702"/>
                </a:lnTo>
                <a:lnTo>
                  <a:pt x="33" y="721"/>
                </a:lnTo>
                <a:lnTo>
                  <a:pt x="44" y="738"/>
                </a:lnTo>
                <a:lnTo>
                  <a:pt x="58" y="754"/>
                </a:lnTo>
                <a:lnTo>
                  <a:pt x="73" y="770"/>
                </a:lnTo>
                <a:lnTo>
                  <a:pt x="89" y="786"/>
                </a:lnTo>
                <a:lnTo>
                  <a:pt x="107" y="802"/>
                </a:lnTo>
                <a:lnTo>
                  <a:pt x="127" y="817"/>
                </a:lnTo>
                <a:lnTo>
                  <a:pt x="148" y="832"/>
                </a:lnTo>
                <a:lnTo>
                  <a:pt x="169" y="845"/>
                </a:lnTo>
                <a:lnTo>
                  <a:pt x="192" y="859"/>
                </a:lnTo>
                <a:lnTo>
                  <a:pt x="217" y="871"/>
                </a:lnTo>
                <a:lnTo>
                  <a:pt x="243" y="884"/>
                </a:lnTo>
                <a:lnTo>
                  <a:pt x="270" y="896"/>
                </a:lnTo>
                <a:lnTo>
                  <a:pt x="298" y="907"/>
                </a:lnTo>
                <a:lnTo>
                  <a:pt x="328" y="917"/>
                </a:lnTo>
                <a:lnTo>
                  <a:pt x="358" y="927"/>
                </a:lnTo>
                <a:lnTo>
                  <a:pt x="390" y="936"/>
                </a:lnTo>
                <a:lnTo>
                  <a:pt x="422" y="944"/>
                </a:lnTo>
                <a:lnTo>
                  <a:pt x="454" y="952"/>
                </a:lnTo>
                <a:lnTo>
                  <a:pt x="488" y="958"/>
                </a:lnTo>
                <a:lnTo>
                  <a:pt x="523" y="964"/>
                </a:lnTo>
                <a:lnTo>
                  <a:pt x="558" y="969"/>
                </a:lnTo>
                <a:lnTo>
                  <a:pt x="595" y="973"/>
                </a:lnTo>
                <a:lnTo>
                  <a:pt x="630" y="976"/>
                </a:lnTo>
                <a:lnTo>
                  <a:pt x="669" y="979"/>
                </a:lnTo>
                <a:lnTo>
                  <a:pt x="706" y="980"/>
                </a:lnTo>
                <a:lnTo>
                  <a:pt x="744" y="980"/>
                </a:lnTo>
                <a:lnTo>
                  <a:pt x="1377" y="980"/>
                </a:lnTo>
                <a:lnTo>
                  <a:pt x="1415" y="980"/>
                </a:lnTo>
                <a:lnTo>
                  <a:pt x="1454" y="979"/>
                </a:lnTo>
                <a:lnTo>
                  <a:pt x="1491" y="976"/>
                </a:lnTo>
                <a:lnTo>
                  <a:pt x="1528" y="973"/>
                </a:lnTo>
                <a:lnTo>
                  <a:pt x="1563" y="969"/>
                </a:lnTo>
                <a:lnTo>
                  <a:pt x="1599" y="964"/>
                </a:lnTo>
                <a:lnTo>
                  <a:pt x="1634" y="958"/>
                </a:lnTo>
                <a:lnTo>
                  <a:pt x="1667" y="952"/>
                </a:lnTo>
                <a:lnTo>
                  <a:pt x="1700" y="944"/>
                </a:lnTo>
                <a:lnTo>
                  <a:pt x="1733" y="936"/>
                </a:lnTo>
                <a:lnTo>
                  <a:pt x="1763" y="927"/>
                </a:lnTo>
                <a:lnTo>
                  <a:pt x="1794" y="917"/>
                </a:lnTo>
                <a:lnTo>
                  <a:pt x="1823" y="907"/>
                </a:lnTo>
                <a:lnTo>
                  <a:pt x="1851" y="896"/>
                </a:lnTo>
                <a:lnTo>
                  <a:pt x="1878" y="884"/>
                </a:lnTo>
                <a:lnTo>
                  <a:pt x="1904" y="871"/>
                </a:lnTo>
                <a:lnTo>
                  <a:pt x="1929" y="859"/>
                </a:lnTo>
                <a:lnTo>
                  <a:pt x="1952" y="845"/>
                </a:lnTo>
                <a:lnTo>
                  <a:pt x="1974" y="832"/>
                </a:lnTo>
                <a:lnTo>
                  <a:pt x="1995" y="817"/>
                </a:lnTo>
                <a:lnTo>
                  <a:pt x="2014" y="802"/>
                </a:lnTo>
                <a:lnTo>
                  <a:pt x="2032" y="786"/>
                </a:lnTo>
                <a:lnTo>
                  <a:pt x="2049" y="770"/>
                </a:lnTo>
                <a:lnTo>
                  <a:pt x="2063" y="754"/>
                </a:lnTo>
                <a:lnTo>
                  <a:pt x="2077" y="738"/>
                </a:lnTo>
                <a:lnTo>
                  <a:pt x="2089" y="721"/>
                </a:lnTo>
                <a:lnTo>
                  <a:pt x="2099" y="702"/>
                </a:lnTo>
                <a:lnTo>
                  <a:pt x="2108" y="685"/>
                </a:lnTo>
                <a:lnTo>
                  <a:pt x="2114" y="666"/>
                </a:lnTo>
                <a:lnTo>
                  <a:pt x="2119" y="648"/>
                </a:lnTo>
                <a:lnTo>
                  <a:pt x="2121" y="629"/>
                </a:lnTo>
                <a:lnTo>
                  <a:pt x="2123" y="610"/>
                </a:lnTo>
                <a:lnTo>
                  <a:pt x="212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54" name="Freeform 3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7049583" y="4068927"/>
            <a:ext cx="386658" cy="356132"/>
          </a:xfrm>
          <a:custGeom>
            <a:avLst/>
            <a:gdLst>
              <a:gd name="T0" fmla="*/ 1064 w 1064"/>
              <a:gd name="T1" fmla="*/ 0 h 980"/>
              <a:gd name="T2" fmla="*/ 0 w 1064"/>
              <a:gd name="T3" fmla="*/ 0 h 980"/>
              <a:gd name="T4" fmla="*/ 0 w 1064"/>
              <a:gd name="T5" fmla="*/ 610 h 980"/>
              <a:gd name="T6" fmla="*/ 0 w 1064"/>
              <a:gd name="T7" fmla="*/ 629 h 980"/>
              <a:gd name="T8" fmla="*/ 3 w 1064"/>
              <a:gd name="T9" fmla="*/ 648 h 980"/>
              <a:gd name="T10" fmla="*/ 8 w 1064"/>
              <a:gd name="T11" fmla="*/ 666 h 980"/>
              <a:gd name="T12" fmla="*/ 14 w 1064"/>
              <a:gd name="T13" fmla="*/ 685 h 980"/>
              <a:gd name="T14" fmla="*/ 23 w 1064"/>
              <a:gd name="T15" fmla="*/ 702 h 980"/>
              <a:gd name="T16" fmla="*/ 33 w 1064"/>
              <a:gd name="T17" fmla="*/ 721 h 980"/>
              <a:gd name="T18" fmla="*/ 44 w 1064"/>
              <a:gd name="T19" fmla="*/ 738 h 980"/>
              <a:gd name="T20" fmla="*/ 58 w 1064"/>
              <a:gd name="T21" fmla="*/ 754 h 980"/>
              <a:gd name="T22" fmla="*/ 73 w 1064"/>
              <a:gd name="T23" fmla="*/ 770 h 980"/>
              <a:gd name="T24" fmla="*/ 89 w 1064"/>
              <a:gd name="T25" fmla="*/ 786 h 980"/>
              <a:gd name="T26" fmla="*/ 107 w 1064"/>
              <a:gd name="T27" fmla="*/ 802 h 980"/>
              <a:gd name="T28" fmla="*/ 127 w 1064"/>
              <a:gd name="T29" fmla="*/ 817 h 980"/>
              <a:gd name="T30" fmla="*/ 148 w 1064"/>
              <a:gd name="T31" fmla="*/ 832 h 980"/>
              <a:gd name="T32" fmla="*/ 169 w 1064"/>
              <a:gd name="T33" fmla="*/ 845 h 980"/>
              <a:gd name="T34" fmla="*/ 192 w 1064"/>
              <a:gd name="T35" fmla="*/ 859 h 980"/>
              <a:gd name="T36" fmla="*/ 217 w 1064"/>
              <a:gd name="T37" fmla="*/ 871 h 980"/>
              <a:gd name="T38" fmla="*/ 243 w 1064"/>
              <a:gd name="T39" fmla="*/ 884 h 980"/>
              <a:gd name="T40" fmla="*/ 270 w 1064"/>
              <a:gd name="T41" fmla="*/ 896 h 980"/>
              <a:gd name="T42" fmla="*/ 298 w 1064"/>
              <a:gd name="T43" fmla="*/ 907 h 980"/>
              <a:gd name="T44" fmla="*/ 328 w 1064"/>
              <a:gd name="T45" fmla="*/ 917 h 980"/>
              <a:gd name="T46" fmla="*/ 358 w 1064"/>
              <a:gd name="T47" fmla="*/ 927 h 980"/>
              <a:gd name="T48" fmla="*/ 390 w 1064"/>
              <a:gd name="T49" fmla="*/ 936 h 980"/>
              <a:gd name="T50" fmla="*/ 422 w 1064"/>
              <a:gd name="T51" fmla="*/ 944 h 980"/>
              <a:gd name="T52" fmla="*/ 454 w 1064"/>
              <a:gd name="T53" fmla="*/ 952 h 980"/>
              <a:gd name="T54" fmla="*/ 488 w 1064"/>
              <a:gd name="T55" fmla="*/ 958 h 980"/>
              <a:gd name="T56" fmla="*/ 523 w 1064"/>
              <a:gd name="T57" fmla="*/ 964 h 980"/>
              <a:gd name="T58" fmla="*/ 558 w 1064"/>
              <a:gd name="T59" fmla="*/ 969 h 980"/>
              <a:gd name="T60" fmla="*/ 595 w 1064"/>
              <a:gd name="T61" fmla="*/ 973 h 980"/>
              <a:gd name="T62" fmla="*/ 630 w 1064"/>
              <a:gd name="T63" fmla="*/ 976 h 980"/>
              <a:gd name="T64" fmla="*/ 669 w 1064"/>
              <a:gd name="T65" fmla="*/ 979 h 980"/>
              <a:gd name="T66" fmla="*/ 706 w 1064"/>
              <a:gd name="T67" fmla="*/ 980 h 980"/>
              <a:gd name="T68" fmla="*/ 744 w 1064"/>
              <a:gd name="T69" fmla="*/ 980 h 980"/>
              <a:gd name="T70" fmla="*/ 1064 w 1064"/>
              <a:gd name="T71" fmla="*/ 980 h 980"/>
              <a:gd name="T72" fmla="*/ 1064 w 1064"/>
              <a:gd name="T73" fmla="*/ 0 h 9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064" h="980">
                <a:moveTo>
                  <a:pt x="1064" y="0"/>
                </a:moveTo>
                <a:lnTo>
                  <a:pt x="0" y="0"/>
                </a:lnTo>
                <a:lnTo>
                  <a:pt x="0" y="610"/>
                </a:lnTo>
                <a:lnTo>
                  <a:pt x="0" y="629"/>
                </a:lnTo>
                <a:lnTo>
                  <a:pt x="3" y="648"/>
                </a:lnTo>
                <a:lnTo>
                  <a:pt x="8" y="666"/>
                </a:lnTo>
                <a:lnTo>
                  <a:pt x="14" y="685"/>
                </a:lnTo>
                <a:lnTo>
                  <a:pt x="23" y="702"/>
                </a:lnTo>
                <a:lnTo>
                  <a:pt x="33" y="721"/>
                </a:lnTo>
                <a:lnTo>
                  <a:pt x="44" y="738"/>
                </a:lnTo>
                <a:lnTo>
                  <a:pt x="58" y="754"/>
                </a:lnTo>
                <a:lnTo>
                  <a:pt x="73" y="770"/>
                </a:lnTo>
                <a:lnTo>
                  <a:pt x="89" y="786"/>
                </a:lnTo>
                <a:lnTo>
                  <a:pt x="107" y="802"/>
                </a:lnTo>
                <a:lnTo>
                  <a:pt x="127" y="817"/>
                </a:lnTo>
                <a:lnTo>
                  <a:pt x="148" y="832"/>
                </a:lnTo>
                <a:lnTo>
                  <a:pt x="169" y="845"/>
                </a:lnTo>
                <a:lnTo>
                  <a:pt x="192" y="859"/>
                </a:lnTo>
                <a:lnTo>
                  <a:pt x="217" y="871"/>
                </a:lnTo>
                <a:lnTo>
                  <a:pt x="243" y="884"/>
                </a:lnTo>
                <a:lnTo>
                  <a:pt x="270" y="896"/>
                </a:lnTo>
                <a:lnTo>
                  <a:pt x="298" y="907"/>
                </a:lnTo>
                <a:lnTo>
                  <a:pt x="328" y="917"/>
                </a:lnTo>
                <a:lnTo>
                  <a:pt x="358" y="927"/>
                </a:lnTo>
                <a:lnTo>
                  <a:pt x="390" y="936"/>
                </a:lnTo>
                <a:lnTo>
                  <a:pt x="422" y="944"/>
                </a:lnTo>
                <a:lnTo>
                  <a:pt x="454" y="952"/>
                </a:lnTo>
                <a:lnTo>
                  <a:pt x="488" y="958"/>
                </a:lnTo>
                <a:lnTo>
                  <a:pt x="523" y="964"/>
                </a:lnTo>
                <a:lnTo>
                  <a:pt x="558" y="969"/>
                </a:lnTo>
                <a:lnTo>
                  <a:pt x="595" y="973"/>
                </a:lnTo>
                <a:lnTo>
                  <a:pt x="630" y="976"/>
                </a:lnTo>
                <a:lnTo>
                  <a:pt x="669" y="979"/>
                </a:lnTo>
                <a:lnTo>
                  <a:pt x="706" y="980"/>
                </a:lnTo>
                <a:lnTo>
                  <a:pt x="744" y="980"/>
                </a:lnTo>
                <a:lnTo>
                  <a:pt x="1064" y="980"/>
                </a:lnTo>
                <a:lnTo>
                  <a:pt x="1064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55" name="Rectangle 3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ChangeArrowheads="1"/>
          </p:cNvSpPr>
          <p:nvPr/>
        </p:nvSpPr>
        <p:spPr bwMode="auto">
          <a:xfrm>
            <a:off x="7049583" y="4068927"/>
            <a:ext cx="771135" cy="1068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57" name="Freeform 3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6907857" y="2280272"/>
            <a:ext cx="1054587" cy="1489214"/>
          </a:xfrm>
          <a:custGeom>
            <a:avLst/>
            <a:gdLst>
              <a:gd name="T0" fmla="*/ 375 w 2901"/>
              <a:gd name="T1" fmla="*/ 4089 h 4098"/>
              <a:gd name="T2" fmla="*/ 267 w 2901"/>
              <a:gd name="T3" fmla="*/ 4052 h 4098"/>
              <a:gd name="T4" fmla="*/ 172 w 2901"/>
              <a:gd name="T5" fmla="*/ 3991 h 4098"/>
              <a:gd name="T6" fmla="*/ 95 w 2901"/>
              <a:gd name="T7" fmla="*/ 3911 h 4098"/>
              <a:gd name="T8" fmla="*/ 39 w 2901"/>
              <a:gd name="T9" fmla="*/ 3813 h 4098"/>
              <a:gd name="T10" fmla="*/ 8 w 2901"/>
              <a:gd name="T11" fmla="*/ 3702 h 4098"/>
              <a:gd name="T12" fmla="*/ 1 w 2901"/>
              <a:gd name="T13" fmla="*/ 1581 h 4098"/>
              <a:gd name="T14" fmla="*/ 6 w 2901"/>
              <a:gd name="T15" fmla="*/ 1360 h 4098"/>
              <a:gd name="T16" fmla="*/ 32 w 2901"/>
              <a:gd name="T17" fmla="*/ 1167 h 4098"/>
              <a:gd name="T18" fmla="*/ 85 w 2901"/>
              <a:gd name="T19" fmla="*/ 948 h 4098"/>
              <a:gd name="T20" fmla="*/ 176 w 2901"/>
              <a:gd name="T21" fmla="*/ 721 h 4098"/>
              <a:gd name="T22" fmla="*/ 314 w 2901"/>
              <a:gd name="T23" fmla="*/ 497 h 4098"/>
              <a:gd name="T24" fmla="*/ 477 w 2901"/>
              <a:gd name="T25" fmla="*/ 323 h 4098"/>
              <a:gd name="T26" fmla="*/ 591 w 2901"/>
              <a:gd name="T27" fmla="*/ 235 h 4098"/>
              <a:gd name="T28" fmla="*/ 730 w 2901"/>
              <a:gd name="T29" fmla="*/ 152 h 4098"/>
              <a:gd name="T30" fmla="*/ 894 w 2901"/>
              <a:gd name="T31" fmla="*/ 81 h 4098"/>
              <a:gd name="T32" fmla="*/ 1086 w 2901"/>
              <a:gd name="T33" fmla="*/ 30 h 4098"/>
              <a:gd name="T34" fmla="*/ 1307 w 2901"/>
              <a:gd name="T35" fmla="*/ 2 h 4098"/>
              <a:gd name="T36" fmla="*/ 1612 w 2901"/>
              <a:gd name="T37" fmla="*/ 9 h 4098"/>
              <a:gd name="T38" fmla="*/ 1913 w 2901"/>
              <a:gd name="T39" fmla="*/ 58 h 4098"/>
              <a:gd name="T40" fmla="*/ 2160 w 2901"/>
              <a:gd name="T41" fmla="*/ 142 h 4098"/>
              <a:gd name="T42" fmla="*/ 2361 w 2901"/>
              <a:gd name="T43" fmla="*/ 252 h 4098"/>
              <a:gd name="T44" fmla="*/ 2518 w 2901"/>
              <a:gd name="T45" fmla="*/ 380 h 4098"/>
              <a:gd name="T46" fmla="*/ 2637 w 2901"/>
              <a:gd name="T47" fmla="*/ 516 h 4098"/>
              <a:gd name="T48" fmla="*/ 2726 w 2901"/>
              <a:gd name="T49" fmla="*/ 655 h 4098"/>
              <a:gd name="T50" fmla="*/ 2799 w 2901"/>
              <a:gd name="T51" fmla="*/ 814 h 4098"/>
              <a:gd name="T52" fmla="*/ 2847 w 2901"/>
              <a:gd name="T53" fmla="*/ 973 h 4098"/>
              <a:gd name="T54" fmla="*/ 2892 w 2901"/>
              <a:gd name="T55" fmla="*/ 1246 h 4098"/>
              <a:gd name="T56" fmla="*/ 2901 w 2901"/>
              <a:gd name="T57" fmla="*/ 1505 h 4098"/>
              <a:gd name="T58" fmla="*/ 2896 w 2901"/>
              <a:gd name="T59" fmla="*/ 3677 h 4098"/>
              <a:gd name="T60" fmla="*/ 2866 w 2901"/>
              <a:gd name="T61" fmla="*/ 3789 h 4098"/>
              <a:gd name="T62" fmla="*/ 2809 w 2901"/>
              <a:gd name="T63" fmla="*/ 3886 h 4098"/>
              <a:gd name="T64" fmla="*/ 2732 w 2901"/>
              <a:gd name="T65" fmla="*/ 3968 h 4098"/>
              <a:gd name="T66" fmla="*/ 2637 w 2901"/>
              <a:gd name="T67" fmla="*/ 4028 h 4098"/>
              <a:gd name="T68" fmla="*/ 2529 w 2901"/>
              <a:gd name="T69" fmla="*/ 4064 h 4098"/>
              <a:gd name="T70" fmla="*/ 2411 w 2901"/>
              <a:gd name="T71" fmla="*/ 4072 h 4098"/>
              <a:gd name="T72" fmla="*/ 2297 w 2901"/>
              <a:gd name="T73" fmla="*/ 4053 h 4098"/>
              <a:gd name="T74" fmla="*/ 2193 w 2901"/>
              <a:gd name="T75" fmla="*/ 4006 h 4098"/>
              <a:gd name="T76" fmla="*/ 2105 w 2901"/>
              <a:gd name="T77" fmla="*/ 3937 h 4098"/>
              <a:gd name="T78" fmla="*/ 2036 w 2901"/>
              <a:gd name="T79" fmla="*/ 3849 h 4098"/>
              <a:gd name="T80" fmla="*/ 1989 w 2901"/>
              <a:gd name="T81" fmla="*/ 3745 h 4098"/>
              <a:gd name="T82" fmla="*/ 1968 w 2901"/>
              <a:gd name="T83" fmla="*/ 3631 h 4098"/>
              <a:gd name="T84" fmla="*/ 1966 w 2901"/>
              <a:gd name="T85" fmla="*/ 1371 h 4098"/>
              <a:gd name="T86" fmla="*/ 1951 w 2901"/>
              <a:gd name="T87" fmla="*/ 1225 h 4098"/>
              <a:gd name="T88" fmla="*/ 1910 w 2901"/>
              <a:gd name="T89" fmla="*/ 1107 h 4098"/>
              <a:gd name="T90" fmla="*/ 1830 w 2901"/>
              <a:gd name="T91" fmla="*/ 1021 h 4098"/>
              <a:gd name="T92" fmla="*/ 1699 w 2901"/>
              <a:gd name="T93" fmla="*/ 963 h 4098"/>
              <a:gd name="T94" fmla="*/ 1503 w 2901"/>
              <a:gd name="T95" fmla="*/ 936 h 4098"/>
              <a:gd name="T96" fmla="*/ 1289 w 2901"/>
              <a:gd name="T97" fmla="*/ 942 h 4098"/>
              <a:gd name="T98" fmla="*/ 1162 w 2901"/>
              <a:gd name="T99" fmla="*/ 979 h 4098"/>
              <a:gd name="T100" fmla="*/ 1086 w 2901"/>
              <a:gd name="T101" fmla="*/ 1032 h 4098"/>
              <a:gd name="T102" fmla="*/ 1028 w 2901"/>
              <a:gd name="T103" fmla="*/ 1107 h 4098"/>
              <a:gd name="T104" fmla="*/ 978 w 2901"/>
              <a:gd name="T105" fmla="*/ 1217 h 4098"/>
              <a:gd name="T106" fmla="*/ 940 w 2901"/>
              <a:gd name="T107" fmla="*/ 1406 h 4098"/>
              <a:gd name="T108" fmla="*/ 934 w 2901"/>
              <a:gd name="T109" fmla="*/ 1542 h 4098"/>
              <a:gd name="T110" fmla="*/ 936 w 2901"/>
              <a:gd name="T111" fmla="*/ 1597 h 4098"/>
              <a:gd name="T112" fmla="*/ 927 w 2901"/>
              <a:gd name="T113" fmla="*/ 3726 h 4098"/>
              <a:gd name="T114" fmla="*/ 891 w 2901"/>
              <a:gd name="T115" fmla="*/ 3834 h 4098"/>
              <a:gd name="T116" fmla="*/ 829 w 2901"/>
              <a:gd name="T117" fmla="*/ 3928 h 4098"/>
              <a:gd name="T118" fmla="*/ 749 w 2901"/>
              <a:gd name="T119" fmla="*/ 4006 h 4098"/>
              <a:gd name="T120" fmla="*/ 651 w 2901"/>
              <a:gd name="T121" fmla="*/ 4061 h 4098"/>
              <a:gd name="T122" fmla="*/ 540 w 2901"/>
              <a:gd name="T123" fmla="*/ 4092 h 40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901" h="4098">
                <a:moveTo>
                  <a:pt x="470" y="4098"/>
                </a:moveTo>
                <a:lnTo>
                  <a:pt x="445" y="4097"/>
                </a:lnTo>
                <a:lnTo>
                  <a:pt x="422" y="4096"/>
                </a:lnTo>
                <a:lnTo>
                  <a:pt x="398" y="4092"/>
                </a:lnTo>
                <a:lnTo>
                  <a:pt x="375" y="4089"/>
                </a:lnTo>
                <a:lnTo>
                  <a:pt x="353" y="4084"/>
                </a:lnTo>
                <a:lnTo>
                  <a:pt x="330" y="4077"/>
                </a:lnTo>
                <a:lnTo>
                  <a:pt x="309" y="4070"/>
                </a:lnTo>
                <a:lnTo>
                  <a:pt x="287" y="4061"/>
                </a:lnTo>
                <a:lnTo>
                  <a:pt x="267" y="4052"/>
                </a:lnTo>
                <a:lnTo>
                  <a:pt x="247" y="4042"/>
                </a:lnTo>
                <a:lnTo>
                  <a:pt x="227" y="4031"/>
                </a:lnTo>
                <a:lnTo>
                  <a:pt x="208" y="4018"/>
                </a:lnTo>
                <a:lnTo>
                  <a:pt x="190" y="4006"/>
                </a:lnTo>
                <a:lnTo>
                  <a:pt x="172" y="3991"/>
                </a:lnTo>
                <a:lnTo>
                  <a:pt x="155" y="3977"/>
                </a:lnTo>
                <a:lnTo>
                  <a:pt x="139" y="3961"/>
                </a:lnTo>
                <a:lnTo>
                  <a:pt x="124" y="3945"/>
                </a:lnTo>
                <a:lnTo>
                  <a:pt x="110" y="3928"/>
                </a:lnTo>
                <a:lnTo>
                  <a:pt x="95" y="3911"/>
                </a:lnTo>
                <a:lnTo>
                  <a:pt x="82" y="3892"/>
                </a:lnTo>
                <a:lnTo>
                  <a:pt x="70" y="3874"/>
                </a:lnTo>
                <a:lnTo>
                  <a:pt x="59" y="3854"/>
                </a:lnTo>
                <a:lnTo>
                  <a:pt x="49" y="3834"/>
                </a:lnTo>
                <a:lnTo>
                  <a:pt x="39" y="3813"/>
                </a:lnTo>
                <a:lnTo>
                  <a:pt x="31" y="3792"/>
                </a:lnTo>
                <a:lnTo>
                  <a:pt x="23" y="3770"/>
                </a:lnTo>
                <a:lnTo>
                  <a:pt x="17" y="3748"/>
                </a:lnTo>
                <a:lnTo>
                  <a:pt x="12" y="3726"/>
                </a:lnTo>
                <a:lnTo>
                  <a:pt x="8" y="3702"/>
                </a:lnTo>
                <a:lnTo>
                  <a:pt x="5" y="3679"/>
                </a:lnTo>
                <a:lnTo>
                  <a:pt x="3" y="3655"/>
                </a:lnTo>
                <a:lnTo>
                  <a:pt x="2" y="3632"/>
                </a:lnTo>
                <a:lnTo>
                  <a:pt x="2" y="1613"/>
                </a:lnTo>
                <a:lnTo>
                  <a:pt x="1" y="1581"/>
                </a:lnTo>
                <a:lnTo>
                  <a:pt x="0" y="1538"/>
                </a:lnTo>
                <a:lnTo>
                  <a:pt x="0" y="1488"/>
                </a:lnTo>
                <a:lnTo>
                  <a:pt x="2" y="1427"/>
                </a:lnTo>
                <a:lnTo>
                  <a:pt x="3" y="1394"/>
                </a:lnTo>
                <a:lnTo>
                  <a:pt x="6" y="1360"/>
                </a:lnTo>
                <a:lnTo>
                  <a:pt x="10" y="1323"/>
                </a:lnTo>
                <a:lnTo>
                  <a:pt x="13" y="1286"/>
                </a:lnTo>
                <a:lnTo>
                  <a:pt x="18" y="1248"/>
                </a:lnTo>
                <a:lnTo>
                  <a:pt x="24" y="1207"/>
                </a:lnTo>
                <a:lnTo>
                  <a:pt x="32" y="1167"/>
                </a:lnTo>
                <a:lnTo>
                  <a:pt x="39" y="1125"/>
                </a:lnTo>
                <a:lnTo>
                  <a:pt x="49" y="1081"/>
                </a:lnTo>
                <a:lnTo>
                  <a:pt x="59" y="1037"/>
                </a:lnTo>
                <a:lnTo>
                  <a:pt x="71" y="994"/>
                </a:lnTo>
                <a:lnTo>
                  <a:pt x="85" y="948"/>
                </a:lnTo>
                <a:lnTo>
                  <a:pt x="100" y="904"/>
                </a:lnTo>
                <a:lnTo>
                  <a:pt x="116" y="858"/>
                </a:lnTo>
                <a:lnTo>
                  <a:pt x="134" y="812"/>
                </a:lnTo>
                <a:lnTo>
                  <a:pt x="154" y="767"/>
                </a:lnTo>
                <a:lnTo>
                  <a:pt x="176" y="721"/>
                </a:lnTo>
                <a:lnTo>
                  <a:pt x="200" y="675"/>
                </a:lnTo>
                <a:lnTo>
                  <a:pt x="226" y="630"/>
                </a:lnTo>
                <a:lnTo>
                  <a:pt x="253" y="585"/>
                </a:lnTo>
                <a:lnTo>
                  <a:pt x="282" y="542"/>
                </a:lnTo>
                <a:lnTo>
                  <a:pt x="314" y="497"/>
                </a:lnTo>
                <a:lnTo>
                  <a:pt x="349" y="456"/>
                </a:lnTo>
                <a:lnTo>
                  <a:pt x="385" y="414"/>
                </a:lnTo>
                <a:lnTo>
                  <a:pt x="419" y="378"/>
                </a:lnTo>
                <a:lnTo>
                  <a:pt x="456" y="342"/>
                </a:lnTo>
                <a:lnTo>
                  <a:pt x="477" y="323"/>
                </a:lnTo>
                <a:lnTo>
                  <a:pt x="498" y="305"/>
                </a:lnTo>
                <a:lnTo>
                  <a:pt x="521" y="288"/>
                </a:lnTo>
                <a:lnTo>
                  <a:pt x="543" y="269"/>
                </a:lnTo>
                <a:lnTo>
                  <a:pt x="566" y="252"/>
                </a:lnTo>
                <a:lnTo>
                  <a:pt x="591" y="235"/>
                </a:lnTo>
                <a:lnTo>
                  <a:pt x="617" y="217"/>
                </a:lnTo>
                <a:lnTo>
                  <a:pt x="644" y="200"/>
                </a:lnTo>
                <a:lnTo>
                  <a:pt x="671" y="183"/>
                </a:lnTo>
                <a:lnTo>
                  <a:pt x="701" y="167"/>
                </a:lnTo>
                <a:lnTo>
                  <a:pt x="730" y="152"/>
                </a:lnTo>
                <a:lnTo>
                  <a:pt x="761" y="136"/>
                </a:lnTo>
                <a:lnTo>
                  <a:pt x="793" y="121"/>
                </a:lnTo>
                <a:lnTo>
                  <a:pt x="825" y="107"/>
                </a:lnTo>
                <a:lnTo>
                  <a:pt x="860" y="94"/>
                </a:lnTo>
                <a:lnTo>
                  <a:pt x="894" y="81"/>
                </a:lnTo>
                <a:lnTo>
                  <a:pt x="930" y="69"/>
                </a:lnTo>
                <a:lnTo>
                  <a:pt x="967" y="58"/>
                </a:lnTo>
                <a:lnTo>
                  <a:pt x="1006" y="48"/>
                </a:lnTo>
                <a:lnTo>
                  <a:pt x="1045" y="38"/>
                </a:lnTo>
                <a:lnTo>
                  <a:pt x="1086" y="30"/>
                </a:lnTo>
                <a:lnTo>
                  <a:pt x="1128" y="22"/>
                </a:lnTo>
                <a:lnTo>
                  <a:pt x="1171" y="16"/>
                </a:lnTo>
                <a:lnTo>
                  <a:pt x="1215" y="10"/>
                </a:lnTo>
                <a:lnTo>
                  <a:pt x="1260" y="6"/>
                </a:lnTo>
                <a:lnTo>
                  <a:pt x="1307" y="2"/>
                </a:lnTo>
                <a:lnTo>
                  <a:pt x="1354" y="1"/>
                </a:lnTo>
                <a:lnTo>
                  <a:pt x="1403" y="0"/>
                </a:lnTo>
                <a:lnTo>
                  <a:pt x="1475" y="1"/>
                </a:lnTo>
                <a:lnTo>
                  <a:pt x="1544" y="4"/>
                </a:lnTo>
                <a:lnTo>
                  <a:pt x="1612" y="9"/>
                </a:lnTo>
                <a:lnTo>
                  <a:pt x="1676" y="15"/>
                </a:lnTo>
                <a:lnTo>
                  <a:pt x="1739" y="23"/>
                </a:lnTo>
                <a:lnTo>
                  <a:pt x="1798" y="33"/>
                </a:lnTo>
                <a:lnTo>
                  <a:pt x="1856" y="44"/>
                </a:lnTo>
                <a:lnTo>
                  <a:pt x="1913" y="58"/>
                </a:lnTo>
                <a:lnTo>
                  <a:pt x="1966" y="72"/>
                </a:lnTo>
                <a:lnTo>
                  <a:pt x="2018" y="88"/>
                </a:lnTo>
                <a:lnTo>
                  <a:pt x="2067" y="105"/>
                </a:lnTo>
                <a:lnTo>
                  <a:pt x="2114" y="122"/>
                </a:lnTo>
                <a:lnTo>
                  <a:pt x="2160" y="142"/>
                </a:lnTo>
                <a:lnTo>
                  <a:pt x="2204" y="162"/>
                </a:lnTo>
                <a:lnTo>
                  <a:pt x="2246" y="184"/>
                </a:lnTo>
                <a:lnTo>
                  <a:pt x="2285" y="206"/>
                </a:lnTo>
                <a:lnTo>
                  <a:pt x="2324" y="228"/>
                </a:lnTo>
                <a:lnTo>
                  <a:pt x="2361" y="252"/>
                </a:lnTo>
                <a:lnTo>
                  <a:pt x="2395" y="277"/>
                </a:lnTo>
                <a:lnTo>
                  <a:pt x="2429" y="302"/>
                </a:lnTo>
                <a:lnTo>
                  <a:pt x="2460" y="327"/>
                </a:lnTo>
                <a:lnTo>
                  <a:pt x="2489" y="353"/>
                </a:lnTo>
                <a:lnTo>
                  <a:pt x="2518" y="380"/>
                </a:lnTo>
                <a:lnTo>
                  <a:pt x="2545" y="407"/>
                </a:lnTo>
                <a:lnTo>
                  <a:pt x="2569" y="435"/>
                </a:lnTo>
                <a:lnTo>
                  <a:pt x="2594" y="462"/>
                </a:lnTo>
                <a:lnTo>
                  <a:pt x="2616" y="489"/>
                </a:lnTo>
                <a:lnTo>
                  <a:pt x="2637" y="516"/>
                </a:lnTo>
                <a:lnTo>
                  <a:pt x="2657" y="543"/>
                </a:lnTo>
                <a:lnTo>
                  <a:pt x="2676" y="570"/>
                </a:lnTo>
                <a:lnTo>
                  <a:pt x="2693" y="597"/>
                </a:lnTo>
                <a:lnTo>
                  <a:pt x="2709" y="625"/>
                </a:lnTo>
                <a:lnTo>
                  <a:pt x="2726" y="655"/>
                </a:lnTo>
                <a:lnTo>
                  <a:pt x="2743" y="688"/>
                </a:lnTo>
                <a:lnTo>
                  <a:pt x="2758" y="718"/>
                </a:lnTo>
                <a:lnTo>
                  <a:pt x="2773" y="751"/>
                </a:lnTo>
                <a:lnTo>
                  <a:pt x="2787" y="781"/>
                </a:lnTo>
                <a:lnTo>
                  <a:pt x="2799" y="814"/>
                </a:lnTo>
                <a:lnTo>
                  <a:pt x="2810" y="846"/>
                </a:lnTo>
                <a:lnTo>
                  <a:pt x="2820" y="878"/>
                </a:lnTo>
                <a:lnTo>
                  <a:pt x="2830" y="909"/>
                </a:lnTo>
                <a:lnTo>
                  <a:pt x="2840" y="941"/>
                </a:lnTo>
                <a:lnTo>
                  <a:pt x="2847" y="973"/>
                </a:lnTo>
                <a:lnTo>
                  <a:pt x="2854" y="1004"/>
                </a:lnTo>
                <a:lnTo>
                  <a:pt x="2868" y="1065"/>
                </a:lnTo>
                <a:lnTo>
                  <a:pt x="2878" y="1127"/>
                </a:lnTo>
                <a:lnTo>
                  <a:pt x="2885" y="1188"/>
                </a:lnTo>
                <a:lnTo>
                  <a:pt x="2892" y="1246"/>
                </a:lnTo>
                <a:lnTo>
                  <a:pt x="2896" y="1302"/>
                </a:lnTo>
                <a:lnTo>
                  <a:pt x="2899" y="1357"/>
                </a:lnTo>
                <a:lnTo>
                  <a:pt x="2900" y="1409"/>
                </a:lnTo>
                <a:lnTo>
                  <a:pt x="2901" y="1458"/>
                </a:lnTo>
                <a:lnTo>
                  <a:pt x="2901" y="1505"/>
                </a:lnTo>
                <a:lnTo>
                  <a:pt x="2901" y="1548"/>
                </a:lnTo>
                <a:lnTo>
                  <a:pt x="2901" y="3607"/>
                </a:lnTo>
                <a:lnTo>
                  <a:pt x="2901" y="3631"/>
                </a:lnTo>
                <a:lnTo>
                  <a:pt x="2899" y="3654"/>
                </a:lnTo>
                <a:lnTo>
                  <a:pt x="2896" y="3677"/>
                </a:lnTo>
                <a:lnTo>
                  <a:pt x="2893" y="3701"/>
                </a:lnTo>
                <a:lnTo>
                  <a:pt x="2887" y="3723"/>
                </a:lnTo>
                <a:lnTo>
                  <a:pt x="2880" y="3745"/>
                </a:lnTo>
                <a:lnTo>
                  <a:pt x="2873" y="3768"/>
                </a:lnTo>
                <a:lnTo>
                  <a:pt x="2866" y="3789"/>
                </a:lnTo>
                <a:lnTo>
                  <a:pt x="2856" y="3810"/>
                </a:lnTo>
                <a:lnTo>
                  <a:pt x="2846" y="3829"/>
                </a:lnTo>
                <a:lnTo>
                  <a:pt x="2835" y="3849"/>
                </a:lnTo>
                <a:lnTo>
                  <a:pt x="2822" y="3868"/>
                </a:lnTo>
                <a:lnTo>
                  <a:pt x="2809" y="3886"/>
                </a:lnTo>
                <a:lnTo>
                  <a:pt x="2795" y="3903"/>
                </a:lnTo>
                <a:lnTo>
                  <a:pt x="2780" y="3921"/>
                </a:lnTo>
                <a:lnTo>
                  <a:pt x="2766" y="3937"/>
                </a:lnTo>
                <a:lnTo>
                  <a:pt x="2748" y="3953"/>
                </a:lnTo>
                <a:lnTo>
                  <a:pt x="2732" y="3968"/>
                </a:lnTo>
                <a:lnTo>
                  <a:pt x="2714" y="3981"/>
                </a:lnTo>
                <a:lnTo>
                  <a:pt x="2697" y="3993"/>
                </a:lnTo>
                <a:lnTo>
                  <a:pt x="2677" y="4006"/>
                </a:lnTo>
                <a:lnTo>
                  <a:pt x="2657" y="4017"/>
                </a:lnTo>
                <a:lnTo>
                  <a:pt x="2637" y="4028"/>
                </a:lnTo>
                <a:lnTo>
                  <a:pt x="2616" y="4037"/>
                </a:lnTo>
                <a:lnTo>
                  <a:pt x="2595" y="4045"/>
                </a:lnTo>
                <a:lnTo>
                  <a:pt x="2574" y="4053"/>
                </a:lnTo>
                <a:lnTo>
                  <a:pt x="2552" y="4059"/>
                </a:lnTo>
                <a:lnTo>
                  <a:pt x="2529" y="4064"/>
                </a:lnTo>
                <a:lnTo>
                  <a:pt x="2506" y="4069"/>
                </a:lnTo>
                <a:lnTo>
                  <a:pt x="2483" y="4071"/>
                </a:lnTo>
                <a:lnTo>
                  <a:pt x="2460" y="4072"/>
                </a:lnTo>
                <a:lnTo>
                  <a:pt x="2435" y="4074"/>
                </a:lnTo>
                <a:lnTo>
                  <a:pt x="2411" y="4072"/>
                </a:lnTo>
                <a:lnTo>
                  <a:pt x="2387" y="4071"/>
                </a:lnTo>
                <a:lnTo>
                  <a:pt x="2364" y="4069"/>
                </a:lnTo>
                <a:lnTo>
                  <a:pt x="2341" y="4064"/>
                </a:lnTo>
                <a:lnTo>
                  <a:pt x="2319" y="4059"/>
                </a:lnTo>
                <a:lnTo>
                  <a:pt x="2297" y="4053"/>
                </a:lnTo>
                <a:lnTo>
                  <a:pt x="2274" y="4045"/>
                </a:lnTo>
                <a:lnTo>
                  <a:pt x="2253" y="4037"/>
                </a:lnTo>
                <a:lnTo>
                  <a:pt x="2232" y="4028"/>
                </a:lnTo>
                <a:lnTo>
                  <a:pt x="2213" y="4017"/>
                </a:lnTo>
                <a:lnTo>
                  <a:pt x="2193" y="4006"/>
                </a:lnTo>
                <a:lnTo>
                  <a:pt x="2174" y="3993"/>
                </a:lnTo>
                <a:lnTo>
                  <a:pt x="2156" y="3981"/>
                </a:lnTo>
                <a:lnTo>
                  <a:pt x="2139" y="3968"/>
                </a:lnTo>
                <a:lnTo>
                  <a:pt x="2121" y="3953"/>
                </a:lnTo>
                <a:lnTo>
                  <a:pt x="2105" y="3937"/>
                </a:lnTo>
                <a:lnTo>
                  <a:pt x="2089" y="3921"/>
                </a:lnTo>
                <a:lnTo>
                  <a:pt x="2074" y="3903"/>
                </a:lnTo>
                <a:lnTo>
                  <a:pt x="2061" y="3886"/>
                </a:lnTo>
                <a:lnTo>
                  <a:pt x="2047" y="3868"/>
                </a:lnTo>
                <a:lnTo>
                  <a:pt x="2036" y="3849"/>
                </a:lnTo>
                <a:lnTo>
                  <a:pt x="2025" y="3829"/>
                </a:lnTo>
                <a:lnTo>
                  <a:pt x="2014" y="3810"/>
                </a:lnTo>
                <a:lnTo>
                  <a:pt x="2005" y="3789"/>
                </a:lnTo>
                <a:lnTo>
                  <a:pt x="1997" y="3768"/>
                </a:lnTo>
                <a:lnTo>
                  <a:pt x="1989" y="3745"/>
                </a:lnTo>
                <a:lnTo>
                  <a:pt x="1983" y="3723"/>
                </a:lnTo>
                <a:lnTo>
                  <a:pt x="1978" y="3701"/>
                </a:lnTo>
                <a:lnTo>
                  <a:pt x="1973" y="3677"/>
                </a:lnTo>
                <a:lnTo>
                  <a:pt x="1971" y="3654"/>
                </a:lnTo>
                <a:lnTo>
                  <a:pt x="1968" y="3631"/>
                </a:lnTo>
                <a:lnTo>
                  <a:pt x="1968" y="3607"/>
                </a:lnTo>
                <a:lnTo>
                  <a:pt x="1968" y="1548"/>
                </a:lnTo>
                <a:lnTo>
                  <a:pt x="1968" y="1474"/>
                </a:lnTo>
                <a:lnTo>
                  <a:pt x="1967" y="1405"/>
                </a:lnTo>
                <a:lnTo>
                  <a:pt x="1966" y="1371"/>
                </a:lnTo>
                <a:lnTo>
                  <a:pt x="1965" y="1339"/>
                </a:lnTo>
                <a:lnTo>
                  <a:pt x="1962" y="1309"/>
                </a:lnTo>
                <a:lnTo>
                  <a:pt x="1960" y="1280"/>
                </a:lnTo>
                <a:lnTo>
                  <a:pt x="1956" y="1252"/>
                </a:lnTo>
                <a:lnTo>
                  <a:pt x="1951" y="1225"/>
                </a:lnTo>
                <a:lnTo>
                  <a:pt x="1945" y="1199"/>
                </a:lnTo>
                <a:lnTo>
                  <a:pt x="1939" y="1174"/>
                </a:lnTo>
                <a:lnTo>
                  <a:pt x="1930" y="1151"/>
                </a:lnTo>
                <a:lnTo>
                  <a:pt x="1921" y="1128"/>
                </a:lnTo>
                <a:lnTo>
                  <a:pt x="1910" y="1107"/>
                </a:lnTo>
                <a:lnTo>
                  <a:pt x="1898" y="1088"/>
                </a:lnTo>
                <a:lnTo>
                  <a:pt x="1883" y="1069"/>
                </a:lnTo>
                <a:lnTo>
                  <a:pt x="1867" y="1052"/>
                </a:lnTo>
                <a:lnTo>
                  <a:pt x="1850" y="1036"/>
                </a:lnTo>
                <a:lnTo>
                  <a:pt x="1830" y="1021"/>
                </a:lnTo>
                <a:lnTo>
                  <a:pt x="1808" y="1006"/>
                </a:lnTo>
                <a:lnTo>
                  <a:pt x="1784" y="994"/>
                </a:lnTo>
                <a:lnTo>
                  <a:pt x="1758" y="983"/>
                </a:lnTo>
                <a:lnTo>
                  <a:pt x="1730" y="973"/>
                </a:lnTo>
                <a:lnTo>
                  <a:pt x="1699" y="963"/>
                </a:lnTo>
                <a:lnTo>
                  <a:pt x="1665" y="955"/>
                </a:lnTo>
                <a:lnTo>
                  <a:pt x="1629" y="949"/>
                </a:lnTo>
                <a:lnTo>
                  <a:pt x="1589" y="943"/>
                </a:lnTo>
                <a:lnTo>
                  <a:pt x="1547" y="939"/>
                </a:lnTo>
                <a:lnTo>
                  <a:pt x="1503" y="936"/>
                </a:lnTo>
                <a:lnTo>
                  <a:pt x="1455" y="934"/>
                </a:lnTo>
                <a:lnTo>
                  <a:pt x="1403" y="933"/>
                </a:lnTo>
                <a:lnTo>
                  <a:pt x="1362" y="934"/>
                </a:lnTo>
                <a:lnTo>
                  <a:pt x="1324" y="937"/>
                </a:lnTo>
                <a:lnTo>
                  <a:pt x="1289" y="942"/>
                </a:lnTo>
                <a:lnTo>
                  <a:pt x="1259" y="947"/>
                </a:lnTo>
                <a:lnTo>
                  <a:pt x="1230" y="954"/>
                </a:lnTo>
                <a:lnTo>
                  <a:pt x="1206" y="962"/>
                </a:lnTo>
                <a:lnTo>
                  <a:pt x="1182" y="970"/>
                </a:lnTo>
                <a:lnTo>
                  <a:pt x="1162" y="979"/>
                </a:lnTo>
                <a:lnTo>
                  <a:pt x="1144" y="989"/>
                </a:lnTo>
                <a:lnTo>
                  <a:pt x="1129" y="997"/>
                </a:lnTo>
                <a:lnTo>
                  <a:pt x="1115" y="1007"/>
                </a:lnTo>
                <a:lnTo>
                  <a:pt x="1103" y="1016"/>
                </a:lnTo>
                <a:lnTo>
                  <a:pt x="1086" y="1032"/>
                </a:lnTo>
                <a:lnTo>
                  <a:pt x="1073" y="1044"/>
                </a:lnTo>
                <a:lnTo>
                  <a:pt x="1061" y="1059"/>
                </a:lnTo>
                <a:lnTo>
                  <a:pt x="1049" y="1075"/>
                </a:lnTo>
                <a:lnTo>
                  <a:pt x="1038" y="1090"/>
                </a:lnTo>
                <a:lnTo>
                  <a:pt x="1028" y="1107"/>
                </a:lnTo>
                <a:lnTo>
                  <a:pt x="1018" y="1125"/>
                </a:lnTo>
                <a:lnTo>
                  <a:pt x="1009" y="1142"/>
                </a:lnTo>
                <a:lnTo>
                  <a:pt x="1001" y="1160"/>
                </a:lnTo>
                <a:lnTo>
                  <a:pt x="993" y="1179"/>
                </a:lnTo>
                <a:lnTo>
                  <a:pt x="978" y="1217"/>
                </a:lnTo>
                <a:lnTo>
                  <a:pt x="967" y="1255"/>
                </a:lnTo>
                <a:lnTo>
                  <a:pt x="957" y="1295"/>
                </a:lnTo>
                <a:lnTo>
                  <a:pt x="950" y="1333"/>
                </a:lnTo>
                <a:lnTo>
                  <a:pt x="944" y="1370"/>
                </a:lnTo>
                <a:lnTo>
                  <a:pt x="940" y="1406"/>
                </a:lnTo>
                <a:lnTo>
                  <a:pt x="936" y="1439"/>
                </a:lnTo>
                <a:lnTo>
                  <a:pt x="934" y="1470"/>
                </a:lnTo>
                <a:lnTo>
                  <a:pt x="933" y="1499"/>
                </a:lnTo>
                <a:lnTo>
                  <a:pt x="933" y="1522"/>
                </a:lnTo>
                <a:lnTo>
                  <a:pt x="934" y="1542"/>
                </a:lnTo>
                <a:lnTo>
                  <a:pt x="934" y="1557"/>
                </a:lnTo>
                <a:lnTo>
                  <a:pt x="935" y="1567"/>
                </a:lnTo>
                <a:lnTo>
                  <a:pt x="935" y="1578"/>
                </a:lnTo>
                <a:lnTo>
                  <a:pt x="936" y="1588"/>
                </a:lnTo>
                <a:lnTo>
                  <a:pt x="936" y="1597"/>
                </a:lnTo>
                <a:lnTo>
                  <a:pt x="936" y="3632"/>
                </a:lnTo>
                <a:lnTo>
                  <a:pt x="935" y="3655"/>
                </a:lnTo>
                <a:lnTo>
                  <a:pt x="934" y="3679"/>
                </a:lnTo>
                <a:lnTo>
                  <a:pt x="930" y="3702"/>
                </a:lnTo>
                <a:lnTo>
                  <a:pt x="927" y="3726"/>
                </a:lnTo>
                <a:lnTo>
                  <a:pt x="922" y="3748"/>
                </a:lnTo>
                <a:lnTo>
                  <a:pt x="915" y="3770"/>
                </a:lnTo>
                <a:lnTo>
                  <a:pt x="908" y="3792"/>
                </a:lnTo>
                <a:lnTo>
                  <a:pt x="899" y="3813"/>
                </a:lnTo>
                <a:lnTo>
                  <a:pt x="891" y="3834"/>
                </a:lnTo>
                <a:lnTo>
                  <a:pt x="880" y="3854"/>
                </a:lnTo>
                <a:lnTo>
                  <a:pt x="869" y="3874"/>
                </a:lnTo>
                <a:lnTo>
                  <a:pt x="856" y="3892"/>
                </a:lnTo>
                <a:lnTo>
                  <a:pt x="844" y="3911"/>
                </a:lnTo>
                <a:lnTo>
                  <a:pt x="829" y="3928"/>
                </a:lnTo>
                <a:lnTo>
                  <a:pt x="816" y="3945"/>
                </a:lnTo>
                <a:lnTo>
                  <a:pt x="799" y="3961"/>
                </a:lnTo>
                <a:lnTo>
                  <a:pt x="783" y="3977"/>
                </a:lnTo>
                <a:lnTo>
                  <a:pt x="766" y="3991"/>
                </a:lnTo>
                <a:lnTo>
                  <a:pt x="749" y="4006"/>
                </a:lnTo>
                <a:lnTo>
                  <a:pt x="730" y="4018"/>
                </a:lnTo>
                <a:lnTo>
                  <a:pt x="712" y="4031"/>
                </a:lnTo>
                <a:lnTo>
                  <a:pt x="692" y="4042"/>
                </a:lnTo>
                <a:lnTo>
                  <a:pt x="672" y="4052"/>
                </a:lnTo>
                <a:lnTo>
                  <a:pt x="651" y="4061"/>
                </a:lnTo>
                <a:lnTo>
                  <a:pt x="630" y="4070"/>
                </a:lnTo>
                <a:lnTo>
                  <a:pt x="608" y="4077"/>
                </a:lnTo>
                <a:lnTo>
                  <a:pt x="586" y="4084"/>
                </a:lnTo>
                <a:lnTo>
                  <a:pt x="564" y="4089"/>
                </a:lnTo>
                <a:lnTo>
                  <a:pt x="540" y="4092"/>
                </a:lnTo>
                <a:lnTo>
                  <a:pt x="517" y="4096"/>
                </a:lnTo>
                <a:lnTo>
                  <a:pt x="493" y="4097"/>
                </a:lnTo>
                <a:lnTo>
                  <a:pt x="470" y="409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59" name="Freeform 4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1755647" y="4357467"/>
            <a:ext cx="422997" cy="333601"/>
          </a:xfrm>
          <a:custGeom>
            <a:avLst/>
            <a:gdLst>
              <a:gd name="T0" fmla="*/ 0 w 1163"/>
              <a:gd name="T1" fmla="*/ 571 h 918"/>
              <a:gd name="T2" fmla="*/ 1 w 1163"/>
              <a:gd name="T3" fmla="*/ 607 h 918"/>
              <a:gd name="T4" fmla="*/ 7 w 1163"/>
              <a:gd name="T5" fmla="*/ 641 h 918"/>
              <a:gd name="T6" fmla="*/ 17 w 1163"/>
              <a:gd name="T7" fmla="*/ 675 h 918"/>
              <a:gd name="T8" fmla="*/ 32 w 1163"/>
              <a:gd name="T9" fmla="*/ 707 h 918"/>
              <a:gd name="T10" fmla="*/ 49 w 1163"/>
              <a:gd name="T11" fmla="*/ 737 h 918"/>
              <a:gd name="T12" fmla="*/ 69 w 1163"/>
              <a:gd name="T13" fmla="*/ 765 h 918"/>
              <a:gd name="T14" fmla="*/ 92 w 1163"/>
              <a:gd name="T15" fmla="*/ 792 h 918"/>
              <a:gd name="T16" fmla="*/ 119 w 1163"/>
              <a:gd name="T17" fmla="*/ 817 h 918"/>
              <a:gd name="T18" fmla="*/ 148 w 1163"/>
              <a:gd name="T19" fmla="*/ 839 h 918"/>
              <a:gd name="T20" fmla="*/ 179 w 1163"/>
              <a:gd name="T21" fmla="*/ 859 h 918"/>
              <a:gd name="T22" fmla="*/ 213 w 1163"/>
              <a:gd name="T23" fmla="*/ 876 h 918"/>
              <a:gd name="T24" fmla="*/ 249 w 1163"/>
              <a:gd name="T25" fmla="*/ 891 h 918"/>
              <a:gd name="T26" fmla="*/ 286 w 1163"/>
              <a:gd name="T27" fmla="*/ 902 h 918"/>
              <a:gd name="T28" fmla="*/ 325 w 1163"/>
              <a:gd name="T29" fmla="*/ 911 h 918"/>
              <a:gd name="T30" fmla="*/ 366 w 1163"/>
              <a:gd name="T31" fmla="*/ 917 h 918"/>
              <a:gd name="T32" fmla="*/ 407 w 1163"/>
              <a:gd name="T33" fmla="*/ 918 h 918"/>
              <a:gd name="T34" fmla="*/ 776 w 1163"/>
              <a:gd name="T35" fmla="*/ 918 h 918"/>
              <a:gd name="T36" fmla="*/ 817 w 1163"/>
              <a:gd name="T37" fmla="*/ 914 h 918"/>
              <a:gd name="T38" fmla="*/ 856 w 1163"/>
              <a:gd name="T39" fmla="*/ 907 h 918"/>
              <a:gd name="T40" fmla="*/ 894 w 1163"/>
              <a:gd name="T41" fmla="*/ 897 h 918"/>
              <a:gd name="T42" fmla="*/ 931 w 1163"/>
              <a:gd name="T43" fmla="*/ 883 h 918"/>
              <a:gd name="T44" fmla="*/ 966 w 1163"/>
              <a:gd name="T45" fmla="*/ 867 h 918"/>
              <a:gd name="T46" fmla="*/ 999 w 1163"/>
              <a:gd name="T47" fmla="*/ 849 h 918"/>
              <a:gd name="T48" fmla="*/ 1029 w 1163"/>
              <a:gd name="T49" fmla="*/ 828 h 918"/>
              <a:gd name="T50" fmla="*/ 1057 w 1163"/>
              <a:gd name="T51" fmla="*/ 804 h 918"/>
              <a:gd name="T52" fmla="*/ 1082 w 1163"/>
              <a:gd name="T53" fmla="*/ 779 h 918"/>
              <a:gd name="T54" fmla="*/ 1104 w 1163"/>
              <a:gd name="T55" fmla="*/ 751 h 918"/>
              <a:gd name="T56" fmla="*/ 1123 w 1163"/>
              <a:gd name="T57" fmla="*/ 722 h 918"/>
              <a:gd name="T58" fmla="*/ 1138 w 1163"/>
              <a:gd name="T59" fmla="*/ 691 h 918"/>
              <a:gd name="T60" fmla="*/ 1150 w 1163"/>
              <a:gd name="T61" fmla="*/ 658 h 918"/>
              <a:gd name="T62" fmla="*/ 1158 w 1163"/>
              <a:gd name="T63" fmla="*/ 624 h 918"/>
              <a:gd name="T64" fmla="*/ 1162 w 1163"/>
              <a:gd name="T65" fmla="*/ 590 h 918"/>
              <a:gd name="T66" fmla="*/ 1163 w 1163"/>
              <a:gd name="T67" fmla="*/ 0 h 9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163" h="918">
                <a:moveTo>
                  <a:pt x="0" y="0"/>
                </a:moveTo>
                <a:lnTo>
                  <a:pt x="0" y="571"/>
                </a:lnTo>
                <a:lnTo>
                  <a:pt x="0" y="590"/>
                </a:lnTo>
                <a:lnTo>
                  <a:pt x="1" y="607"/>
                </a:lnTo>
                <a:lnTo>
                  <a:pt x="3" y="624"/>
                </a:lnTo>
                <a:lnTo>
                  <a:pt x="7" y="641"/>
                </a:lnTo>
                <a:lnTo>
                  <a:pt x="12" y="658"/>
                </a:lnTo>
                <a:lnTo>
                  <a:pt x="17" y="675"/>
                </a:lnTo>
                <a:lnTo>
                  <a:pt x="24" y="691"/>
                </a:lnTo>
                <a:lnTo>
                  <a:pt x="32" y="707"/>
                </a:lnTo>
                <a:lnTo>
                  <a:pt x="39" y="722"/>
                </a:lnTo>
                <a:lnTo>
                  <a:pt x="49" y="737"/>
                </a:lnTo>
                <a:lnTo>
                  <a:pt x="59" y="751"/>
                </a:lnTo>
                <a:lnTo>
                  <a:pt x="69" y="765"/>
                </a:lnTo>
                <a:lnTo>
                  <a:pt x="80" y="779"/>
                </a:lnTo>
                <a:lnTo>
                  <a:pt x="92" y="792"/>
                </a:lnTo>
                <a:lnTo>
                  <a:pt x="106" y="804"/>
                </a:lnTo>
                <a:lnTo>
                  <a:pt x="119" y="817"/>
                </a:lnTo>
                <a:lnTo>
                  <a:pt x="133" y="828"/>
                </a:lnTo>
                <a:lnTo>
                  <a:pt x="148" y="839"/>
                </a:lnTo>
                <a:lnTo>
                  <a:pt x="164" y="849"/>
                </a:lnTo>
                <a:lnTo>
                  <a:pt x="179" y="859"/>
                </a:lnTo>
                <a:lnTo>
                  <a:pt x="196" y="867"/>
                </a:lnTo>
                <a:lnTo>
                  <a:pt x="213" y="876"/>
                </a:lnTo>
                <a:lnTo>
                  <a:pt x="230" y="883"/>
                </a:lnTo>
                <a:lnTo>
                  <a:pt x="249" y="891"/>
                </a:lnTo>
                <a:lnTo>
                  <a:pt x="267" y="897"/>
                </a:lnTo>
                <a:lnTo>
                  <a:pt x="286" y="902"/>
                </a:lnTo>
                <a:lnTo>
                  <a:pt x="306" y="907"/>
                </a:lnTo>
                <a:lnTo>
                  <a:pt x="325" y="911"/>
                </a:lnTo>
                <a:lnTo>
                  <a:pt x="345" y="914"/>
                </a:lnTo>
                <a:lnTo>
                  <a:pt x="366" y="917"/>
                </a:lnTo>
                <a:lnTo>
                  <a:pt x="386" y="918"/>
                </a:lnTo>
                <a:lnTo>
                  <a:pt x="407" y="918"/>
                </a:lnTo>
                <a:lnTo>
                  <a:pt x="755" y="918"/>
                </a:lnTo>
                <a:lnTo>
                  <a:pt x="776" y="918"/>
                </a:lnTo>
                <a:lnTo>
                  <a:pt x="797" y="917"/>
                </a:lnTo>
                <a:lnTo>
                  <a:pt x="817" y="914"/>
                </a:lnTo>
                <a:lnTo>
                  <a:pt x="836" y="911"/>
                </a:lnTo>
                <a:lnTo>
                  <a:pt x="856" y="907"/>
                </a:lnTo>
                <a:lnTo>
                  <a:pt x="876" y="902"/>
                </a:lnTo>
                <a:lnTo>
                  <a:pt x="894" y="897"/>
                </a:lnTo>
                <a:lnTo>
                  <a:pt x="913" y="891"/>
                </a:lnTo>
                <a:lnTo>
                  <a:pt x="931" y="883"/>
                </a:lnTo>
                <a:lnTo>
                  <a:pt x="949" y="876"/>
                </a:lnTo>
                <a:lnTo>
                  <a:pt x="966" y="867"/>
                </a:lnTo>
                <a:lnTo>
                  <a:pt x="983" y="859"/>
                </a:lnTo>
                <a:lnTo>
                  <a:pt x="999" y="849"/>
                </a:lnTo>
                <a:lnTo>
                  <a:pt x="1014" y="839"/>
                </a:lnTo>
                <a:lnTo>
                  <a:pt x="1029" y="828"/>
                </a:lnTo>
                <a:lnTo>
                  <a:pt x="1044" y="817"/>
                </a:lnTo>
                <a:lnTo>
                  <a:pt x="1057" y="804"/>
                </a:lnTo>
                <a:lnTo>
                  <a:pt x="1070" y="792"/>
                </a:lnTo>
                <a:lnTo>
                  <a:pt x="1082" y="779"/>
                </a:lnTo>
                <a:lnTo>
                  <a:pt x="1093" y="765"/>
                </a:lnTo>
                <a:lnTo>
                  <a:pt x="1104" y="751"/>
                </a:lnTo>
                <a:lnTo>
                  <a:pt x="1114" y="737"/>
                </a:lnTo>
                <a:lnTo>
                  <a:pt x="1123" y="722"/>
                </a:lnTo>
                <a:lnTo>
                  <a:pt x="1131" y="707"/>
                </a:lnTo>
                <a:lnTo>
                  <a:pt x="1138" y="691"/>
                </a:lnTo>
                <a:lnTo>
                  <a:pt x="1145" y="675"/>
                </a:lnTo>
                <a:lnTo>
                  <a:pt x="1150" y="658"/>
                </a:lnTo>
                <a:lnTo>
                  <a:pt x="1155" y="641"/>
                </a:lnTo>
                <a:lnTo>
                  <a:pt x="1158" y="624"/>
                </a:lnTo>
                <a:lnTo>
                  <a:pt x="1161" y="607"/>
                </a:lnTo>
                <a:lnTo>
                  <a:pt x="1162" y="590"/>
                </a:lnTo>
                <a:lnTo>
                  <a:pt x="1163" y="571"/>
                </a:lnTo>
                <a:lnTo>
                  <a:pt x="116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0" name="Freeform 4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1755648" y="4357467"/>
            <a:ext cx="210772" cy="333601"/>
          </a:xfrm>
          <a:custGeom>
            <a:avLst/>
            <a:gdLst>
              <a:gd name="T0" fmla="*/ 580 w 580"/>
              <a:gd name="T1" fmla="*/ 0 h 918"/>
              <a:gd name="T2" fmla="*/ 0 w 580"/>
              <a:gd name="T3" fmla="*/ 0 h 918"/>
              <a:gd name="T4" fmla="*/ 0 w 580"/>
              <a:gd name="T5" fmla="*/ 571 h 918"/>
              <a:gd name="T6" fmla="*/ 0 w 580"/>
              <a:gd name="T7" fmla="*/ 590 h 918"/>
              <a:gd name="T8" fmla="*/ 1 w 580"/>
              <a:gd name="T9" fmla="*/ 607 h 918"/>
              <a:gd name="T10" fmla="*/ 3 w 580"/>
              <a:gd name="T11" fmla="*/ 624 h 918"/>
              <a:gd name="T12" fmla="*/ 7 w 580"/>
              <a:gd name="T13" fmla="*/ 641 h 918"/>
              <a:gd name="T14" fmla="*/ 12 w 580"/>
              <a:gd name="T15" fmla="*/ 658 h 918"/>
              <a:gd name="T16" fmla="*/ 17 w 580"/>
              <a:gd name="T17" fmla="*/ 675 h 918"/>
              <a:gd name="T18" fmla="*/ 24 w 580"/>
              <a:gd name="T19" fmla="*/ 691 h 918"/>
              <a:gd name="T20" fmla="*/ 32 w 580"/>
              <a:gd name="T21" fmla="*/ 707 h 918"/>
              <a:gd name="T22" fmla="*/ 39 w 580"/>
              <a:gd name="T23" fmla="*/ 722 h 918"/>
              <a:gd name="T24" fmla="*/ 49 w 580"/>
              <a:gd name="T25" fmla="*/ 737 h 918"/>
              <a:gd name="T26" fmla="*/ 59 w 580"/>
              <a:gd name="T27" fmla="*/ 751 h 918"/>
              <a:gd name="T28" fmla="*/ 69 w 580"/>
              <a:gd name="T29" fmla="*/ 765 h 918"/>
              <a:gd name="T30" fmla="*/ 80 w 580"/>
              <a:gd name="T31" fmla="*/ 779 h 918"/>
              <a:gd name="T32" fmla="*/ 92 w 580"/>
              <a:gd name="T33" fmla="*/ 792 h 918"/>
              <a:gd name="T34" fmla="*/ 106 w 580"/>
              <a:gd name="T35" fmla="*/ 804 h 918"/>
              <a:gd name="T36" fmla="*/ 119 w 580"/>
              <a:gd name="T37" fmla="*/ 817 h 918"/>
              <a:gd name="T38" fmla="*/ 133 w 580"/>
              <a:gd name="T39" fmla="*/ 828 h 918"/>
              <a:gd name="T40" fmla="*/ 148 w 580"/>
              <a:gd name="T41" fmla="*/ 839 h 918"/>
              <a:gd name="T42" fmla="*/ 164 w 580"/>
              <a:gd name="T43" fmla="*/ 849 h 918"/>
              <a:gd name="T44" fmla="*/ 179 w 580"/>
              <a:gd name="T45" fmla="*/ 859 h 918"/>
              <a:gd name="T46" fmla="*/ 196 w 580"/>
              <a:gd name="T47" fmla="*/ 867 h 918"/>
              <a:gd name="T48" fmla="*/ 213 w 580"/>
              <a:gd name="T49" fmla="*/ 876 h 918"/>
              <a:gd name="T50" fmla="*/ 230 w 580"/>
              <a:gd name="T51" fmla="*/ 883 h 918"/>
              <a:gd name="T52" fmla="*/ 249 w 580"/>
              <a:gd name="T53" fmla="*/ 891 h 918"/>
              <a:gd name="T54" fmla="*/ 267 w 580"/>
              <a:gd name="T55" fmla="*/ 897 h 918"/>
              <a:gd name="T56" fmla="*/ 286 w 580"/>
              <a:gd name="T57" fmla="*/ 902 h 918"/>
              <a:gd name="T58" fmla="*/ 306 w 580"/>
              <a:gd name="T59" fmla="*/ 907 h 918"/>
              <a:gd name="T60" fmla="*/ 325 w 580"/>
              <a:gd name="T61" fmla="*/ 911 h 918"/>
              <a:gd name="T62" fmla="*/ 345 w 580"/>
              <a:gd name="T63" fmla="*/ 914 h 918"/>
              <a:gd name="T64" fmla="*/ 366 w 580"/>
              <a:gd name="T65" fmla="*/ 917 h 918"/>
              <a:gd name="T66" fmla="*/ 386 w 580"/>
              <a:gd name="T67" fmla="*/ 918 h 918"/>
              <a:gd name="T68" fmla="*/ 407 w 580"/>
              <a:gd name="T69" fmla="*/ 918 h 918"/>
              <a:gd name="T70" fmla="*/ 580 w 580"/>
              <a:gd name="T71" fmla="*/ 918 h 918"/>
              <a:gd name="T72" fmla="*/ 580 w 580"/>
              <a:gd name="T73" fmla="*/ 0 h 9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80" h="918">
                <a:moveTo>
                  <a:pt x="580" y="0"/>
                </a:moveTo>
                <a:lnTo>
                  <a:pt x="0" y="0"/>
                </a:lnTo>
                <a:lnTo>
                  <a:pt x="0" y="571"/>
                </a:lnTo>
                <a:lnTo>
                  <a:pt x="0" y="590"/>
                </a:lnTo>
                <a:lnTo>
                  <a:pt x="1" y="607"/>
                </a:lnTo>
                <a:lnTo>
                  <a:pt x="3" y="624"/>
                </a:lnTo>
                <a:lnTo>
                  <a:pt x="7" y="641"/>
                </a:lnTo>
                <a:lnTo>
                  <a:pt x="12" y="658"/>
                </a:lnTo>
                <a:lnTo>
                  <a:pt x="17" y="675"/>
                </a:lnTo>
                <a:lnTo>
                  <a:pt x="24" y="691"/>
                </a:lnTo>
                <a:lnTo>
                  <a:pt x="32" y="707"/>
                </a:lnTo>
                <a:lnTo>
                  <a:pt x="39" y="722"/>
                </a:lnTo>
                <a:lnTo>
                  <a:pt x="49" y="737"/>
                </a:lnTo>
                <a:lnTo>
                  <a:pt x="59" y="751"/>
                </a:lnTo>
                <a:lnTo>
                  <a:pt x="69" y="765"/>
                </a:lnTo>
                <a:lnTo>
                  <a:pt x="80" y="779"/>
                </a:lnTo>
                <a:lnTo>
                  <a:pt x="92" y="792"/>
                </a:lnTo>
                <a:lnTo>
                  <a:pt x="106" y="804"/>
                </a:lnTo>
                <a:lnTo>
                  <a:pt x="119" y="817"/>
                </a:lnTo>
                <a:lnTo>
                  <a:pt x="133" y="828"/>
                </a:lnTo>
                <a:lnTo>
                  <a:pt x="148" y="839"/>
                </a:lnTo>
                <a:lnTo>
                  <a:pt x="164" y="849"/>
                </a:lnTo>
                <a:lnTo>
                  <a:pt x="179" y="859"/>
                </a:lnTo>
                <a:lnTo>
                  <a:pt x="196" y="867"/>
                </a:lnTo>
                <a:lnTo>
                  <a:pt x="213" y="876"/>
                </a:lnTo>
                <a:lnTo>
                  <a:pt x="230" y="883"/>
                </a:lnTo>
                <a:lnTo>
                  <a:pt x="249" y="891"/>
                </a:lnTo>
                <a:lnTo>
                  <a:pt x="267" y="897"/>
                </a:lnTo>
                <a:lnTo>
                  <a:pt x="286" y="902"/>
                </a:lnTo>
                <a:lnTo>
                  <a:pt x="306" y="907"/>
                </a:lnTo>
                <a:lnTo>
                  <a:pt x="325" y="911"/>
                </a:lnTo>
                <a:lnTo>
                  <a:pt x="345" y="914"/>
                </a:lnTo>
                <a:lnTo>
                  <a:pt x="366" y="917"/>
                </a:lnTo>
                <a:lnTo>
                  <a:pt x="386" y="918"/>
                </a:lnTo>
                <a:lnTo>
                  <a:pt x="407" y="918"/>
                </a:lnTo>
                <a:lnTo>
                  <a:pt x="580" y="918"/>
                </a:lnTo>
                <a:lnTo>
                  <a:pt x="58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1" name="Rectangle 4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ChangeArrowheads="1"/>
          </p:cNvSpPr>
          <p:nvPr/>
        </p:nvSpPr>
        <p:spPr bwMode="auto">
          <a:xfrm>
            <a:off x="1755647" y="4357467"/>
            <a:ext cx="422997" cy="16789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3" name="Freeform 4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1674972" y="4108175"/>
            <a:ext cx="588708" cy="333601"/>
          </a:xfrm>
          <a:custGeom>
            <a:avLst/>
            <a:gdLst>
              <a:gd name="T0" fmla="*/ 0 w 1622"/>
              <a:gd name="T1" fmla="*/ 572 h 919"/>
              <a:gd name="T2" fmla="*/ 3 w 1622"/>
              <a:gd name="T3" fmla="*/ 608 h 919"/>
              <a:gd name="T4" fmla="*/ 11 w 1622"/>
              <a:gd name="T5" fmla="*/ 642 h 919"/>
              <a:gd name="T6" fmla="*/ 26 w 1622"/>
              <a:gd name="T7" fmla="*/ 676 h 919"/>
              <a:gd name="T8" fmla="*/ 45 w 1622"/>
              <a:gd name="T9" fmla="*/ 708 h 919"/>
              <a:gd name="T10" fmla="*/ 69 w 1622"/>
              <a:gd name="T11" fmla="*/ 737 h 919"/>
              <a:gd name="T12" fmla="*/ 98 w 1622"/>
              <a:gd name="T13" fmla="*/ 766 h 919"/>
              <a:gd name="T14" fmla="*/ 130 w 1622"/>
              <a:gd name="T15" fmla="*/ 793 h 919"/>
              <a:gd name="T16" fmla="*/ 167 w 1622"/>
              <a:gd name="T17" fmla="*/ 818 h 919"/>
              <a:gd name="T18" fmla="*/ 207 w 1622"/>
              <a:gd name="T19" fmla="*/ 840 h 919"/>
              <a:gd name="T20" fmla="*/ 251 w 1622"/>
              <a:gd name="T21" fmla="*/ 860 h 919"/>
              <a:gd name="T22" fmla="*/ 298 w 1622"/>
              <a:gd name="T23" fmla="*/ 877 h 919"/>
              <a:gd name="T24" fmla="*/ 348 w 1622"/>
              <a:gd name="T25" fmla="*/ 892 h 919"/>
              <a:gd name="T26" fmla="*/ 400 w 1622"/>
              <a:gd name="T27" fmla="*/ 903 h 919"/>
              <a:gd name="T28" fmla="*/ 454 w 1622"/>
              <a:gd name="T29" fmla="*/ 911 h 919"/>
              <a:gd name="T30" fmla="*/ 511 w 1622"/>
              <a:gd name="T31" fmla="*/ 918 h 919"/>
              <a:gd name="T32" fmla="*/ 569 w 1622"/>
              <a:gd name="T33" fmla="*/ 919 h 919"/>
              <a:gd name="T34" fmla="*/ 1081 w 1622"/>
              <a:gd name="T35" fmla="*/ 919 h 919"/>
              <a:gd name="T36" fmla="*/ 1139 w 1622"/>
              <a:gd name="T37" fmla="*/ 915 h 919"/>
              <a:gd name="T38" fmla="*/ 1195 w 1622"/>
              <a:gd name="T39" fmla="*/ 908 h 919"/>
              <a:gd name="T40" fmla="*/ 1248 w 1622"/>
              <a:gd name="T41" fmla="*/ 898 h 919"/>
              <a:gd name="T42" fmla="*/ 1300 w 1622"/>
              <a:gd name="T43" fmla="*/ 884 h 919"/>
              <a:gd name="T44" fmla="*/ 1348 w 1622"/>
              <a:gd name="T45" fmla="*/ 868 h 919"/>
              <a:gd name="T46" fmla="*/ 1394 w 1622"/>
              <a:gd name="T47" fmla="*/ 850 h 919"/>
              <a:gd name="T48" fmla="*/ 1436 w 1622"/>
              <a:gd name="T49" fmla="*/ 829 h 919"/>
              <a:gd name="T50" fmla="*/ 1474 w 1622"/>
              <a:gd name="T51" fmla="*/ 805 h 919"/>
              <a:gd name="T52" fmla="*/ 1508 w 1622"/>
              <a:gd name="T53" fmla="*/ 779 h 919"/>
              <a:gd name="T54" fmla="*/ 1539 w 1622"/>
              <a:gd name="T55" fmla="*/ 752 h 919"/>
              <a:gd name="T56" fmla="*/ 1565 w 1622"/>
              <a:gd name="T57" fmla="*/ 723 h 919"/>
              <a:gd name="T58" fmla="*/ 1587 w 1622"/>
              <a:gd name="T59" fmla="*/ 692 h 919"/>
              <a:gd name="T60" fmla="*/ 1603 w 1622"/>
              <a:gd name="T61" fmla="*/ 660 h 919"/>
              <a:gd name="T62" fmla="*/ 1615 w 1622"/>
              <a:gd name="T63" fmla="*/ 625 h 919"/>
              <a:gd name="T64" fmla="*/ 1621 w 1622"/>
              <a:gd name="T65" fmla="*/ 591 h 919"/>
              <a:gd name="T66" fmla="*/ 1622 w 1622"/>
              <a:gd name="T67" fmla="*/ 0 h 9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622" h="919">
                <a:moveTo>
                  <a:pt x="0" y="0"/>
                </a:moveTo>
                <a:lnTo>
                  <a:pt x="0" y="572"/>
                </a:lnTo>
                <a:lnTo>
                  <a:pt x="1" y="591"/>
                </a:lnTo>
                <a:lnTo>
                  <a:pt x="3" y="608"/>
                </a:lnTo>
                <a:lnTo>
                  <a:pt x="6" y="625"/>
                </a:lnTo>
                <a:lnTo>
                  <a:pt x="11" y="642"/>
                </a:lnTo>
                <a:lnTo>
                  <a:pt x="17" y="660"/>
                </a:lnTo>
                <a:lnTo>
                  <a:pt x="26" y="676"/>
                </a:lnTo>
                <a:lnTo>
                  <a:pt x="35" y="692"/>
                </a:lnTo>
                <a:lnTo>
                  <a:pt x="45" y="708"/>
                </a:lnTo>
                <a:lnTo>
                  <a:pt x="56" y="723"/>
                </a:lnTo>
                <a:lnTo>
                  <a:pt x="69" y="737"/>
                </a:lnTo>
                <a:lnTo>
                  <a:pt x="83" y="752"/>
                </a:lnTo>
                <a:lnTo>
                  <a:pt x="98" y="766"/>
                </a:lnTo>
                <a:lnTo>
                  <a:pt x="114" y="779"/>
                </a:lnTo>
                <a:lnTo>
                  <a:pt x="130" y="793"/>
                </a:lnTo>
                <a:lnTo>
                  <a:pt x="148" y="805"/>
                </a:lnTo>
                <a:lnTo>
                  <a:pt x="167" y="818"/>
                </a:lnTo>
                <a:lnTo>
                  <a:pt x="187" y="829"/>
                </a:lnTo>
                <a:lnTo>
                  <a:pt x="207" y="840"/>
                </a:lnTo>
                <a:lnTo>
                  <a:pt x="228" y="850"/>
                </a:lnTo>
                <a:lnTo>
                  <a:pt x="251" y="860"/>
                </a:lnTo>
                <a:lnTo>
                  <a:pt x="274" y="868"/>
                </a:lnTo>
                <a:lnTo>
                  <a:pt x="298" y="877"/>
                </a:lnTo>
                <a:lnTo>
                  <a:pt x="322" y="884"/>
                </a:lnTo>
                <a:lnTo>
                  <a:pt x="348" y="892"/>
                </a:lnTo>
                <a:lnTo>
                  <a:pt x="373" y="898"/>
                </a:lnTo>
                <a:lnTo>
                  <a:pt x="400" y="903"/>
                </a:lnTo>
                <a:lnTo>
                  <a:pt x="427" y="908"/>
                </a:lnTo>
                <a:lnTo>
                  <a:pt x="454" y="911"/>
                </a:lnTo>
                <a:lnTo>
                  <a:pt x="483" y="915"/>
                </a:lnTo>
                <a:lnTo>
                  <a:pt x="511" y="918"/>
                </a:lnTo>
                <a:lnTo>
                  <a:pt x="540" y="919"/>
                </a:lnTo>
                <a:lnTo>
                  <a:pt x="569" y="919"/>
                </a:lnTo>
                <a:lnTo>
                  <a:pt x="1053" y="919"/>
                </a:lnTo>
                <a:lnTo>
                  <a:pt x="1081" y="919"/>
                </a:lnTo>
                <a:lnTo>
                  <a:pt x="1111" y="918"/>
                </a:lnTo>
                <a:lnTo>
                  <a:pt x="1139" y="915"/>
                </a:lnTo>
                <a:lnTo>
                  <a:pt x="1168" y="911"/>
                </a:lnTo>
                <a:lnTo>
                  <a:pt x="1195" y="908"/>
                </a:lnTo>
                <a:lnTo>
                  <a:pt x="1222" y="903"/>
                </a:lnTo>
                <a:lnTo>
                  <a:pt x="1248" y="898"/>
                </a:lnTo>
                <a:lnTo>
                  <a:pt x="1274" y="892"/>
                </a:lnTo>
                <a:lnTo>
                  <a:pt x="1300" y="884"/>
                </a:lnTo>
                <a:lnTo>
                  <a:pt x="1323" y="877"/>
                </a:lnTo>
                <a:lnTo>
                  <a:pt x="1348" y="868"/>
                </a:lnTo>
                <a:lnTo>
                  <a:pt x="1370" y="860"/>
                </a:lnTo>
                <a:lnTo>
                  <a:pt x="1394" y="850"/>
                </a:lnTo>
                <a:lnTo>
                  <a:pt x="1415" y="840"/>
                </a:lnTo>
                <a:lnTo>
                  <a:pt x="1436" y="829"/>
                </a:lnTo>
                <a:lnTo>
                  <a:pt x="1455" y="818"/>
                </a:lnTo>
                <a:lnTo>
                  <a:pt x="1474" y="805"/>
                </a:lnTo>
                <a:lnTo>
                  <a:pt x="1491" y="793"/>
                </a:lnTo>
                <a:lnTo>
                  <a:pt x="1508" y="779"/>
                </a:lnTo>
                <a:lnTo>
                  <a:pt x="1524" y="766"/>
                </a:lnTo>
                <a:lnTo>
                  <a:pt x="1539" y="752"/>
                </a:lnTo>
                <a:lnTo>
                  <a:pt x="1553" y="737"/>
                </a:lnTo>
                <a:lnTo>
                  <a:pt x="1565" y="723"/>
                </a:lnTo>
                <a:lnTo>
                  <a:pt x="1576" y="708"/>
                </a:lnTo>
                <a:lnTo>
                  <a:pt x="1587" y="692"/>
                </a:lnTo>
                <a:lnTo>
                  <a:pt x="1596" y="676"/>
                </a:lnTo>
                <a:lnTo>
                  <a:pt x="1603" y="660"/>
                </a:lnTo>
                <a:lnTo>
                  <a:pt x="1610" y="642"/>
                </a:lnTo>
                <a:lnTo>
                  <a:pt x="1615" y="625"/>
                </a:lnTo>
                <a:lnTo>
                  <a:pt x="1618" y="608"/>
                </a:lnTo>
                <a:lnTo>
                  <a:pt x="1621" y="591"/>
                </a:lnTo>
                <a:lnTo>
                  <a:pt x="1622" y="572"/>
                </a:lnTo>
                <a:lnTo>
                  <a:pt x="162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64" name="Freeform 4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1674972" y="4108175"/>
            <a:ext cx="291447" cy="333601"/>
          </a:xfrm>
          <a:custGeom>
            <a:avLst/>
            <a:gdLst>
              <a:gd name="T0" fmla="*/ 804 w 804"/>
              <a:gd name="T1" fmla="*/ 0 h 919"/>
              <a:gd name="T2" fmla="*/ 0 w 804"/>
              <a:gd name="T3" fmla="*/ 0 h 919"/>
              <a:gd name="T4" fmla="*/ 0 w 804"/>
              <a:gd name="T5" fmla="*/ 572 h 919"/>
              <a:gd name="T6" fmla="*/ 1 w 804"/>
              <a:gd name="T7" fmla="*/ 591 h 919"/>
              <a:gd name="T8" fmla="*/ 3 w 804"/>
              <a:gd name="T9" fmla="*/ 608 h 919"/>
              <a:gd name="T10" fmla="*/ 6 w 804"/>
              <a:gd name="T11" fmla="*/ 625 h 919"/>
              <a:gd name="T12" fmla="*/ 11 w 804"/>
              <a:gd name="T13" fmla="*/ 642 h 919"/>
              <a:gd name="T14" fmla="*/ 17 w 804"/>
              <a:gd name="T15" fmla="*/ 660 h 919"/>
              <a:gd name="T16" fmla="*/ 26 w 804"/>
              <a:gd name="T17" fmla="*/ 676 h 919"/>
              <a:gd name="T18" fmla="*/ 35 w 804"/>
              <a:gd name="T19" fmla="*/ 692 h 919"/>
              <a:gd name="T20" fmla="*/ 45 w 804"/>
              <a:gd name="T21" fmla="*/ 708 h 919"/>
              <a:gd name="T22" fmla="*/ 56 w 804"/>
              <a:gd name="T23" fmla="*/ 723 h 919"/>
              <a:gd name="T24" fmla="*/ 69 w 804"/>
              <a:gd name="T25" fmla="*/ 737 h 919"/>
              <a:gd name="T26" fmla="*/ 83 w 804"/>
              <a:gd name="T27" fmla="*/ 752 h 919"/>
              <a:gd name="T28" fmla="*/ 98 w 804"/>
              <a:gd name="T29" fmla="*/ 766 h 919"/>
              <a:gd name="T30" fmla="*/ 114 w 804"/>
              <a:gd name="T31" fmla="*/ 779 h 919"/>
              <a:gd name="T32" fmla="*/ 130 w 804"/>
              <a:gd name="T33" fmla="*/ 793 h 919"/>
              <a:gd name="T34" fmla="*/ 148 w 804"/>
              <a:gd name="T35" fmla="*/ 805 h 919"/>
              <a:gd name="T36" fmla="*/ 167 w 804"/>
              <a:gd name="T37" fmla="*/ 818 h 919"/>
              <a:gd name="T38" fmla="*/ 187 w 804"/>
              <a:gd name="T39" fmla="*/ 829 h 919"/>
              <a:gd name="T40" fmla="*/ 207 w 804"/>
              <a:gd name="T41" fmla="*/ 840 h 919"/>
              <a:gd name="T42" fmla="*/ 228 w 804"/>
              <a:gd name="T43" fmla="*/ 850 h 919"/>
              <a:gd name="T44" fmla="*/ 251 w 804"/>
              <a:gd name="T45" fmla="*/ 860 h 919"/>
              <a:gd name="T46" fmla="*/ 274 w 804"/>
              <a:gd name="T47" fmla="*/ 868 h 919"/>
              <a:gd name="T48" fmla="*/ 298 w 804"/>
              <a:gd name="T49" fmla="*/ 877 h 919"/>
              <a:gd name="T50" fmla="*/ 322 w 804"/>
              <a:gd name="T51" fmla="*/ 884 h 919"/>
              <a:gd name="T52" fmla="*/ 348 w 804"/>
              <a:gd name="T53" fmla="*/ 892 h 919"/>
              <a:gd name="T54" fmla="*/ 373 w 804"/>
              <a:gd name="T55" fmla="*/ 898 h 919"/>
              <a:gd name="T56" fmla="*/ 400 w 804"/>
              <a:gd name="T57" fmla="*/ 903 h 919"/>
              <a:gd name="T58" fmla="*/ 427 w 804"/>
              <a:gd name="T59" fmla="*/ 908 h 919"/>
              <a:gd name="T60" fmla="*/ 454 w 804"/>
              <a:gd name="T61" fmla="*/ 911 h 919"/>
              <a:gd name="T62" fmla="*/ 483 w 804"/>
              <a:gd name="T63" fmla="*/ 915 h 919"/>
              <a:gd name="T64" fmla="*/ 511 w 804"/>
              <a:gd name="T65" fmla="*/ 918 h 919"/>
              <a:gd name="T66" fmla="*/ 540 w 804"/>
              <a:gd name="T67" fmla="*/ 919 h 919"/>
              <a:gd name="T68" fmla="*/ 569 w 804"/>
              <a:gd name="T69" fmla="*/ 919 h 919"/>
              <a:gd name="T70" fmla="*/ 804 w 804"/>
              <a:gd name="T71" fmla="*/ 919 h 919"/>
              <a:gd name="T72" fmla="*/ 804 w 804"/>
              <a:gd name="T73" fmla="*/ 0 h 9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804" h="919">
                <a:moveTo>
                  <a:pt x="804" y="0"/>
                </a:moveTo>
                <a:lnTo>
                  <a:pt x="0" y="0"/>
                </a:lnTo>
                <a:lnTo>
                  <a:pt x="0" y="572"/>
                </a:lnTo>
                <a:lnTo>
                  <a:pt x="1" y="591"/>
                </a:lnTo>
                <a:lnTo>
                  <a:pt x="3" y="608"/>
                </a:lnTo>
                <a:lnTo>
                  <a:pt x="6" y="625"/>
                </a:lnTo>
                <a:lnTo>
                  <a:pt x="11" y="642"/>
                </a:lnTo>
                <a:lnTo>
                  <a:pt x="17" y="660"/>
                </a:lnTo>
                <a:lnTo>
                  <a:pt x="26" y="676"/>
                </a:lnTo>
                <a:lnTo>
                  <a:pt x="35" y="692"/>
                </a:lnTo>
                <a:lnTo>
                  <a:pt x="45" y="708"/>
                </a:lnTo>
                <a:lnTo>
                  <a:pt x="56" y="723"/>
                </a:lnTo>
                <a:lnTo>
                  <a:pt x="69" y="737"/>
                </a:lnTo>
                <a:lnTo>
                  <a:pt x="83" y="752"/>
                </a:lnTo>
                <a:lnTo>
                  <a:pt x="98" y="766"/>
                </a:lnTo>
                <a:lnTo>
                  <a:pt x="114" y="779"/>
                </a:lnTo>
                <a:lnTo>
                  <a:pt x="130" y="793"/>
                </a:lnTo>
                <a:lnTo>
                  <a:pt x="148" y="805"/>
                </a:lnTo>
                <a:lnTo>
                  <a:pt x="167" y="818"/>
                </a:lnTo>
                <a:lnTo>
                  <a:pt x="187" y="829"/>
                </a:lnTo>
                <a:lnTo>
                  <a:pt x="207" y="840"/>
                </a:lnTo>
                <a:lnTo>
                  <a:pt x="228" y="850"/>
                </a:lnTo>
                <a:lnTo>
                  <a:pt x="251" y="860"/>
                </a:lnTo>
                <a:lnTo>
                  <a:pt x="274" y="868"/>
                </a:lnTo>
                <a:lnTo>
                  <a:pt x="298" y="877"/>
                </a:lnTo>
                <a:lnTo>
                  <a:pt x="322" y="884"/>
                </a:lnTo>
                <a:lnTo>
                  <a:pt x="348" y="892"/>
                </a:lnTo>
                <a:lnTo>
                  <a:pt x="373" y="898"/>
                </a:lnTo>
                <a:lnTo>
                  <a:pt x="400" y="903"/>
                </a:lnTo>
                <a:lnTo>
                  <a:pt x="427" y="908"/>
                </a:lnTo>
                <a:lnTo>
                  <a:pt x="454" y="911"/>
                </a:lnTo>
                <a:lnTo>
                  <a:pt x="483" y="915"/>
                </a:lnTo>
                <a:lnTo>
                  <a:pt x="511" y="918"/>
                </a:lnTo>
                <a:lnTo>
                  <a:pt x="540" y="919"/>
                </a:lnTo>
                <a:lnTo>
                  <a:pt x="569" y="919"/>
                </a:lnTo>
                <a:lnTo>
                  <a:pt x="804" y="919"/>
                </a:lnTo>
                <a:lnTo>
                  <a:pt x="804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65" name="Freeform 4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1329743" y="2368942"/>
            <a:ext cx="1425255" cy="1677454"/>
          </a:xfrm>
          <a:custGeom>
            <a:avLst/>
            <a:gdLst>
              <a:gd name="T0" fmla="*/ 1602 w 3921"/>
              <a:gd name="T1" fmla="*/ 4601 h 4617"/>
              <a:gd name="T2" fmla="*/ 1455 w 3921"/>
              <a:gd name="T3" fmla="*/ 4544 h 4617"/>
              <a:gd name="T4" fmla="*/ 1334 w 3921"/>
              <a:gd name="T5" fmla="*/ 4453 h 4617"/>
              <a:gd name="T6" fmla="*/ 1249 w 3921"/>
              <a:gd name="T7" fmla="*/ 4333 h 4617"/>
              <a:gd name="T8" fmla="*/ 1185 w 3921"/>
              <a:gd name="T9" fmla="*/ 4036 h 4617"/>
              <a:gd name="T10" fmla="*/ 1223 w 3921"/>
              <a:gd name="T11" fmla="*/ 3464 h 4617"/>
              <a:gd name="T12" fmla="*/ 1432 w 3921"/>
              <a:gd name="T13" fmla="*/ 3043 h 4617"/>
              <a:gd name="T14" fmla="*/ 1738 w 3921"/>
              <a:gd name="T15" fmla="*/ 2739 h 4617"/>
              <a:gd name="T16" fmla="*/ 2157 w 3921"/>
              <a:gd name="T17" fmla="*/ 2467 h 4617"/>
              <a:gd name="T18" fmla="*/ 2525 w 3921"/>
              <a:gd name="T19" fmla="*/ 2227 h 4617"/>
              <a:gd name="T20" fmla="*/ 2701 w 3921"/>
              <a:gd name="T21" fmla="*/ 2037 h 4617"/>
              <a:gd name="T22" fmla="*/ 2793 w 3921"/>
              <a:gd name="T23" fmla="*/ 1853 h 4617"/>
              <a:gd name="T24" fmla="*/ 2846 w 3921"/>
              <a:gd name="T25" fmla="*/ 1662 h 4617"/>
              <a:gd name="T26" fmla="*/ 2845 w 3921"/>
              <a:gd name="T27" fmla="*/ 1488 h 4617"/>
              <a:gd name="T28" fmla="*/ 2789 w 3921"/>
              <a:gd name="T29" fmla="*/ 1331 h 4617"/>
              <a:gd name="T30" fmla="*/ 2677 w 3921"/>
              <a:gd name="T31" fmla="*/ 1190 h 4617"/>
              <a:gd name="T32" fmla="*/ 2492 w 3921"/>
              <a:gd name="T33" fmla="*/ 1061 h 4617"/>
              <a:gd name="T34" fmla="*/ 2265 w 3921"/>
              <a:gd name="T35" fmla="*/ 972 h 4617"/>
              <a:gd name="T36" fmla="*/ 2014 w 3921"/>
              <a:gd name="T37" fmla="*/ 931 h 4617"/>
              <a:gd name="T38" fmla="*/ 1761 w 3921"/>
              <a:gd name="T39" fmla="*/ 940 h 4617"/>
              <a:gd name="T40" fmla="*/ 1538 w 3921"/>
              <a:gd name="T41" fmla="*/ 998 h 4617"/>
              <a:gd name="T42" fmla="*/ 1361 w 3921"/>
              <a:gd name="T43" fmla="*/ 1096 h 4617"/>
              <a:gd name="T44" fmla="*/ 1222 w 3921"/>
              <a:gd name="T45" fmla="*/ 1235 h 4617"/>
              <a:gd name="T46" fmla="*/ 1123 w 3921"/>
              <a:gd name="T47" fmla="*/ 1410 h 4617"/>
              <a:gd name="T48" fmla="*/ 1065 w 3921"/>
              <a:gd name="T49" fmla="*/ 1624 h 4617"/>
              <a:gd name="T50" fmla="*/ 1007 w 3921"/>
              <a:gd name="T51" fmla="*/ 1777 h 4617"/>
              <a:gd name="T52" fmla="*/ 896 w 3921"/>
              <a:gd name="T53" fmla="*/ 1900 h 4617"/>
              <a:gd name="T54" fmla="*/ 747 w 3921"/>
              <a:gd name="T55" fmla="*/ 1985 h 4617"/>
              <a:gd name="T56" fmla="*/ 569 w 3921"/>
              <a:gd name="T57" fmla="*/ 2022 h 4617"/>
              <a:gd name="T58" fmla="*/ 381 w 3921"/>
              <a:gd name="T59" fmla="*/ 2004 h 4617"/>
              <a:gd name="T60" fmla="*/ 217 w 3921"/>
              <a:gd name="T61" fmla="*/ 1932 h 4617"/>
              <a:gd name="T62" fmla="*/ 93 w 3921"/>
              <a:gd name="T63" fmla="*/ 1820 h 4617"/>
              <a:gd name="T64" fmla="*/ 19 w 3921"/>
              <a:gd name="T65" fmla="*/ 1679 h 4617"/>
              <a:gd name="T66" fmla="*/ 2 w 3921"/>
              <a:gd name="T67" fmla="*/ 1519 h 4617"/>
              <a:gd name="T68" fmla="*/ 110 w 3921"/>
              <a:gd name="T69" fmla="*/ 1112 h 4617"/>
              <a:gd name="T70" fmla="*/ 325 w 3921"/>
              <a:gd name="T71" fmla="*/ 726 h 4617"/>
              <a:gd name="T72" fmla="*/ 634 w 3921"/>
              <a:gd name="T73" fmla="*/ 412 h 4617"/>
              <a:gd name="T74" fmla="*/ 1029 w 3921"/>
              <a:gd name="T75" fmla="*/ 180 h 4617"/>
              <a:gd name="T76" fmla="*/ 1506 w 3921"/>
              <a:gd name="T77" fmla="*/ 37 h 4617"/>
              <a:gd name="T78" fmla="*/ 2027 w 3921"/>
              <a:gd name="T79" fmla="*/ 3 h 4617"/>
              <a:gd name="T80" fmla="*/ 2540 w 3921"/>
              <a:gd name="T81" fmla="*/ 77 h 4617"/>
              <a:gd name="T82" fmla="*/ 3015 w 3921"/>
              <a:gd name="T83" fmla="*/ 252 h 4617"/>
              <a:gd name="T84" fmla="*/ 3420 w 3921"/>
              <a:gd name="T85" fmla="*/ 521 h 4617"/>
              <a:gd name="T86" fmla="*/ 3709 w 3921"/>
              <a:gd name="T87" fmla="*/ 852 h 4617"/>
              <a:gd name="T88" fmla="*/ 3874 w 3921"/>
              <a:gd name="T89" fmla="*/ 1221 h 4617"/>
              <a:gd name="T90" fmla="*/ 3920 w 3921"/>
              <a:gd name="T91" fmla="*/ 1620 h 4617"/>
              <a:gd name="T92" fmla="*/ 3846 w 3921"/>
              <a:gd name="T93" fmla="*/ 2038 h 4617"/>
              <a:gd name="T94" fmla="*/ 3663 w 3921"/>
              <a:gd name="T95" fmla="*/ 2443 h 4617"/>
              <a:gd name="T96" fmla="*/ 3484 w 3921"/>
              <a:gd name="T97" fmla="*/ 2688 h 4617"/>
              <a:gd name="T98" fmla="*/ 3278 w 3921"/>
              <a:gd name="T99" fmla="*/ 2886 h 4617"/>
              <a:gd name="T100" fmla="*/ 2876 w 3921"/>
              <a:gd name="T101" fmla="*/ 3165 h 4617"/>
              <a:gd name="T102" fmla="*/ 2460 w 3921"/>
              <a:gd name="T103" fmla="*/ 3421 h 4617"/>
              <a:gd name="T104" fmla="*/ 2315 w 3921"/>
              <a:gd name="T105" fmla="*/ 3563 h 4617"/>
              <a:gd name="T106" fmla="*/ 2248 w 3921"/>
              <a:gd name="T107" fmla="*/ 3739 h 4617"/>
              <a:gd name="T108" fmla="*/ 2254 w 3921"/>
              <a:gd name="T109" fmla="*/ 3986 h 4617"/>
              <a:gd name="T110" fmla="*/ 2275 w 3921"/>
              <a:gd name="T111" fmla="*/ 4191 h 4617"/>
              <a:gd name="T112" fmla="*/ 2230 w 3921"/>
              <a:gd name="T113" fmla="*/ 4343 h 4617"/>
              <a:gd name="T114" fmla="*/ 2130 w 3921"/>
              <a:gd name="T115" fmla="*/ 4473 h 4617"/>
              <a:gd name="T116" fmla="*/ 1986 w 3921"/>
              <a:gd name="T117" fmla="*/ 4566 h 4617"/>
              <a:gd name="T118" fmla="*/ 1809 w 3921"/>
              <a:gd name="T119" fmla="*/ 4613 h 4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921" h="4617">
                <a:moveTo>
                  <a:pt x="1742" y="4617"/>
                </a:moveTo>
                <a:lnTo>
                  <a:pt x="1717" y="4617"/>
                </a:lnTo>
                <a:lnTo>
                  <a:pt x="1693" y="4615"/>
                </a:lnTo>
                <a:lnTo>
                  <a:pt x="1670" y="4613"/>
                </a:lnTo>
                <a:lnTo>
                  <a:pt x="1646" y="4610"/>
                </a:lnTo>
                <a:lnTo>
                  <a:pt x="1624" y="4606"/>
                </a:lnTo>
                <a:lnTo>
                  <a:pt x="1602" y="4601"/>
                </a:lnTo>
                <a:lnTo>
                  <a:pt x="1580" y="4595"/>
                </a:lnTo>
                <a:lnTo>
                  <a:pt x="1558" y="4589"/>
                </a:lnTo>
                <a:lnTo>
                  <a:pt x="1535" y="4581"/>
                </a:lnTo>
                <a:lnTo>
                  <a:pt x="1514" y="4573"/>
                </a:lnTo>
                <a:lnTo>
                  <a:pt x="1495" y="4564"/>
                </a:lnTo>
                <a:lnTo>
                  <a:pt x="1474" y="4555"/>
                </a:lnTo>
                <a:lnTo>
                  <a:pt x="1455" y="4544"/>
                </a:lnTo>
                <a:lnTo>
                  <a:pt x="1435" y="4533"/>
                </a:lnTo>
                <a:lnTo>
                  <a:pt x="1417" y="4522"/>
                </a:lnTo>
                <a:lnTo>
                  <a:pt x="1400" y="4510"/>
                </a:lnTo>
                <a:lnTo>
                  <a:pt x="1381" y="4496"/>
                </a:lnTo>
                <a:lnTo>
                  <a:pt x="1365" y="4483"/>
                </a:lnTo>
                <a:lnTo>
                  <a:pt x="1349" y="4468"/>
                </a:lnTo>
                <a:lnTo>
                  <a:pt x="1334" y="4453"/>
                </a:lnTo>
                <a:lnTo>
                  <a:pt x="1319" y="4438"/>
                </a:lnTo>
                <a:lnTo>
                  <a:pt x="1306" y="4421"/>
                </a:lnTo>
                <a:lnTo>
                  <a:pt x="1292" y="4405"/>
                </a:lnTo>
                <a:lnTo>
                  <a:pt x="1280" y="4387"/>
                </a:lnTo>
                <a:lnTo>
                  <a:pt x="1269" y="4370"/>
                </a:lnTo>
                <a:lnTo>
                  <a:pt x="1258" y="4352"/>
                </a:lnTo>
                <a:lnTo>
                  <a:pt x="1249" y="4333"/>
                </a:lnTo>
                <a:lnTo>
                  <a:pt x="1240" y="4313"/>
                </a:lnTo>
                <a:lnTo>
                  <a:pt x="1232" y="4294"/>
                </a:lnTo>
                <a:lnTo>
                  <a:pt x="1226" y="4274"/>
                </a:lnTo>
                <a:lnTo>
                  <a:pt x="1219" y="4253"/>
                </a:lnTo>
                <a:lnTo>
                  <a:pt x="1215" y="4232"/>
                </a:lnTo>
                <a:lnTo>
                  <a:pt x="1197" y="4132"/>
                </a:lnTo>
                <a:lnTo>
                  <a:pt x="1185" y="4036"/>
                </a:lnTo>
                <a:lnTo>
                  <a:pt x="1177" y="3944"/>
                </a:lnTo>
                <a:lnTo>
                  <a:pt x="1174" y="3855"/>
                </a:lnTo>
                <a:lnTo>
                  <a:pt x="1176" y="3770"/>
                </a:lnTo>
                <a:lnTo>
                  <a:pt x="1182" y="3689"/>
                </a:lnTo>
                <a:lnTo>
                  <a:pt x="1192" y="3611"/>
                </a:lnTo>
                <a:lnTo>
                  <a:pt x="1206" y="3536"/>
                </a:lnTo>
                <a:lnTo>
                  <a:pt x="1223" y="3464"/>
                </a:lnTo>
                <a:lnTo>
                  <a:pt x="1245" y="3396"/>
                </a:lnTo>
                <a:lnTo>
                  <a:pt x="1269" y="3330"/>
                </a:lnTo>
                <a:lnTo>
                  <a:pt x="1296" y="3268"/>
                </a:lnTo>
                <a:lnTo>
                  <a:pt x="1327" y="3207"/>
                </a:lnTo>
                <a:lnTo>
                  <a:pt x="1359" y="3151"/>
                </a:lnTo>
                <a:lnTo>
                  <a:pt x="1395" y="3095"/>
                </a:lnTo>
                <a:lnTo>
                  <a:pt x="1432" y="3043"/>
                </a:lnTo>
                <a:lnTo>
                  <a:pt x="1471" y="2994"/>
                </a:lnTo>
                <a:lnTo>
                  <a:pt x="1513" y="2946"/>
                </a:lnTo>
                <a:lnTo>
                  <a:pt x="1555" y="2901"/>
                </a:lnTo>
                <a:lnTo>
                  <a:pt x="1600" y="2858"/>
                </a:lnTo>
                <a:lnTo>
                  <a:pt x="1645" y="2816"/>
                </a:lnTo>
                <a:lnTo>
                  <a:pt x="1691" y="2776"/>
                </a:lnTo>
                <a:lnTo>
                  <a:pt x="1738" y="2739"/>
                </a:lnTo>
                <a:lnTo>
                  <a:pt x="1785" y="2704"/>
                </a:lnTo>
                <a:lnTo>
                  <a:pt x="1833" y="2669"/>
                </a:lnTo>
                <a:lnTo>
                  <a:pt x="1881" y="2637"/>
                </a:lnTo>
                <a:lnTo>
                  <a:pt x="1928" y="2605"/>
                </a:lnTo>
                <a:lnTo>
                  <a:pt x="1976" y="2575"/>
                </a:lnTo>
                <a:lnTo>
                  <a:pt x="2069" y="2518"/>
                </a:lnTo>
                <a:lnTo>
                  <a:pt x="2157" y="2467"/>
                </a:lnTo>
                <a:lnTo>
                  <a:pt x="2246" y="2414"/>
                </a:lnTo>
                <a:lnTo>
                  <a:pt x="2333" y="2362"/>
                </a:lnTo>
                <a:lnTo>
                  <a:pt x="2373" y="2336"/>
                </a:lnTo>
                <a:lnTo>
                  <a:pt x="2414" y="2309"/>
                </a:lnTo>
                <a:lnTo>
                  <a:pt x="2452" y="2283"/>
                </a:lnTo>
                <a:lnTo>
                  <a:pt x="2489" y="2256"/>
                </a:lnTo>
                <a:lnTo>
                  <a:pt x="2525" y="2227"/>
                </a:lnTo>
                <a:lnTo>
                  <a:pt x="2559" y="2199"/>
                </a:lnTo>
                <a:lnTo>
                  <a:pt x="2591" y="2168"/>
                </a:lnTo>
                <a:lnTo>
                  <a:pt x="2622" y="2137"/>
                </a:lnTo>
                <a:lnTo>
                  <a:pt x="2650" y="2105"/>
                </a:lnTo>
                <a:lnTo>
                  <a:pt x="2676" y="2072"/>
                </a:lnTo>
                <a:lnTo>
                  <a:pt x="2688" y="2054"/>
                </a:lnTo>
                <a:lnTo>
                  <a:pt x="2701" y="2037"/>
                </a:lnTo>
                <a:lnTo>
                  <a:pt x="2712" y="2019"/>
                </a:lnTo>
                <a:lnTo>
                  <a:pt x="2723" y="2000"/>
                </a:lnTo>
                <a:lnTo>
                  <a:pt x="2739" y="1970"/>
                </a:lnTo>
                <a:lnTo>
                  <a:pt x="2755" y="1941"/>
                </a:lnTo>
                <a:lnTo>
                  <a:pt x="2768" y="1911"/>
                </a:lnTo>
                <a:lnTo>
                  <a:pt x="2782" y="1882"/>
                </a:lnTo>
                <a:lnTo>
                  <a:pt x="2793" y="1853"/>
                </a:lnTo>
                <a:lnTo>
                  <a:pt x="2804" y="1825"/>
                </a:lnTo>
                <a:lnTo>
                  <a:pt x="2814" y="1796"/>
                </a:lnTo>
                <a:lnTo>
                  <a:pt x="2823" y="1769"/>
                </a:lnTo>
                <a:lnTo>
                  <a:pt x="2830" y="1742"/>
                </a:lnTo>
                <a:lnTo>
                  <a:pt x="2836" y="1715"/>
                </a:lnTo>
                <a:lnTo>
                  <a:pt x="2842" y="1688"/>
                </a:lnTo>
                <a:lnTo>
                  <a:pt x="2846" y="1662"/>
                </a:lnTo>
                <a:lnTo>
                  <a:pt x="2849" y="1636"/>
                </a:lnTo>
                <a:lnTo>
                  <a:pt x="2851" y="1610"/>
                </a:lnTo>
                <a:lnTo>
                  <a:pt x="2852" y="1585"/>
                </a:lnTo>
                <a:lnTo>
                  <a:pt x="2852" y="1561"/>
                </a:lnTo>
                <a:lnTo>
                  <a:pt x="2851" y="1536"/>
                </a:lnTo>
                <a:lnTo>
                  <a:pt x="2849" y="1511"/>
                </a:lnTo>
                <a:lnTo>
                  <a:pt x="2845" y="1488"/>
                </a:lnTo>
                <a:lnTo>
                  <a:pt x="2840" y="1464"/>
                </a:lnTo>
                <a:lnTo>
                  <a:pt x="2835" y="1441"/>
                </a:lnTo>
                <a:lnTo>
                  <a:pt x="2828" y="1419"/>
                </a:lnTo>
                <a:lnTo>
                  <a:pt x="2820" y="1396"/>
                </a:lnTo>
                <a:lnTo>
                  <a:pt x="2812" y="1374"/>
                </a:lnTo>
                <a:lnTo>
                  <a:pt x="2801" y="1352"/>
                </a:lnTo>
                <a:lnTo>
                  <a:pt x="2789" y="1331"/>
                </a:lnTo>
                <a:lnTo>
                  <a:pt x="2777" y="1310"/>
                </a:lnTo>
                <a:lnTo>
                  <a:pt x="2765" y="1290"/>
                </a:lnTo>
                <a:lnTo>
                  <a:pt x="2750" y="1269"/>
                </a:lnTo>
                <a:lnTo>
                  <a:pt x="2734" y="1249"/>
                </a:lnTo>
                <a:lnTo>
                  <a:pt x="2718" y="1231"/>
                </a:lnTo>
                <a:lnTo>
                  <a:pt x="2699" y="1211"/>
                </a:lnTo>
                <a:lnTo>
                  <a:pt x="2677" y="1190"/>
                </a:lnTo>
                <a:lnTo>
                  <a:pt x="2655" y="1169"/>
                </a:lnTo>
                <a:lnTo>
                  <a:pt x="2630" y="1148"/>
                </a:lnTo>
                <a:lnTo>
                  <a:pt x="2604" y="1130"/>
                </a:lnTo>
                <a:lnTo>
                  <a:pt x="2577" y="1111"/>
                </a:lnTo>
                <a:lnTo>
                  <a:pt x="2550" y="1093"/>
                </a:lnTo>
                <a:lnTo>
                  <a:pt x="2522" y="1077"/>
                </a:lnTo>
                <a:lnTo>
                  <a:pt x="2492" y="1061"/>
                </a:lnTo>
                <a:lnTo>
                  <a:pt x="2461" y="1045"/>
                </a:lnTo>
                <a:lnTo>
                  <a:pt x="2430" y="1031"/>
                </a:lnTo>
                <a:lnTo>
                  <a:pt x="2398" y="1017"/>
                </a:lnTo>
                <a:lnTo>
                  <a:pt x="2366" y="1005"/>
                </a:lnTo>
                <a:lnTo>
                  <a:pt x="2333" y="993"/>
                </a:lnTo>
                <a:lnTo>
                  <a:pt x="2298" y="982"/>
                </a:lnTo>
                <a:lnTo>
                  <a:pt x="2265" y="972"/>
                </a:lnTo>
                <a:lnTo>
                  <a:pt x="2230" y="963"/>
                </a:lnTo>
                <a:lnTo>
                  <a:pt x="2194" y="956"/>
                </a:lnTo>
                <a:lnTo>
                  <a:pt x="2159" y="948"/>
                </a:lnTo>
                <a:lnTo>
                  <a:pt x="2123" y="942"/>
                </a:lnTo>
                <a:lnTo>
                  <a:pt x="2087" y="937"/>
                </a:lnTo>
                <a:lnTo>
                  <a:pt x="2051" y="933"/>
                </a:lnTo>
                <a:lnTo>
                  <a:pt x="2014" y="931"/>
                </a:lnTo>
                <a:lnTo>
                  <a:pt x="1979" y="929"/>
                </a:lnTo>
                <a:lnTo>
                  <a:pt x="1941" y="927"/>
                </a:lnTo>
                <a:lnTo>
                  <a:pt x="1906" y="929"/>
                </a:lnTo>
                <a:lnTo>
                  <a:pt x="1869" y="930"/>
                </a:lnTo>
                <a:lnTo>
                  <a:pt x="1833" y="932"/>
                </a:lnTo>
                <a:lnTo>
                  <a:pt x="1797" y="935"/>
                </a:lnTo>
                <a:lnTo>
                  <a:pt x="1761" y="940"/>
                </a:lnTo>
                <a:lnTo>
                  <a:pt x="1725" y="946"/>
                </a:lnTo>
                <a:lnTo>
                  <a:pt x="1691" y="952"/>
                </a:lnTo>
                <a:lnTo>
                  <a:pt x="1656" y="961"/>
                </a:lnTo>
                <a:lnTo>
                  <a:pt x="1626" y="968"/>
                </a:lnTo>
                <a:lnTo>
                  <a:pt x="1596" y="978"/>
                </a:lnTo>
                <a:lnTo>
                  <a:pt x="1566" y="988"/>
                </a:lnTo>
                <a:lnTo>
                  <a:pt x="1538" y="998"/>
                </a:lnTo>
                <a:lnTo>
                  <a:pt x="1511" y="1010"/>
                </a:lnTo>
                <a:lnTo>
                  <a:pt x="1484" y="1022"/>
                </a:lnTo>
                <a:lnTo>
                  <a:pt x="1458" y="1035"/>
                </a:lnTo>
                <a:lnTo>
                  <a:pt x="1432" y="1049"/>
                </a:lnTo>
                <a:lnTo>
                  <a:pt x="1407" y="1064"/>
                </a:lnTo>
                <a:lnTo>
                  <a:pt x="1384" y="1080"/>
                </a:lnTo>
                <a:lnTo>
                  <a:pt x="1361" y="1096"/>
                </a:lnTo>
                <a:lnTo>
                  <a:pt x="1339" y="1114"/>
                </a:lnTo>
                <a:lnTo>
                  <a:pt x="1317" y="1132"/>
                </a:lnTo>
                <a:lnTo>
                  <a:pt x="1296" y="1151"/>
                </a:lnTo>
                <a:lnTo>
                  <a:pt x="1276" y="1170"/>
                </a:lnTo>
                <a:lnTo>
                  <a:pt x="1258" y="1191"/>
                </a:lnTo>
                <a:lnTo>
                  <a:pt x="1239" y="1212"/>
                </a:lnTo>
                <a:lnTo>
                  <a:pt x="1222" y="1235"/>
                </a:lnTo>
                <a:lnTo>
                  <a:pt x="1206" y="1257"/>
                </a:lnTo>
                <a:lnTo>
                  <a:pt x="1190" y="1280"/>
                </a:lnTo>
                <a:lnTo>
                  <a:pt x="1175" y="1305"/>
                </a:lnTo>
                <a:lnTo>
                  <a:pt x="1160" y="1331"/>
                </a:lnTo>
                <a:lnTo>
                  <a:pt x="1147" y="1357"/>
                </a:lnTo>
                <a:lnTo>
                  <a:pt x="1134" y="1383"/>
                </a:lnTo>
                <a:lnTo>
                  <a:pt x="1123" y="1410"/>
                </a:lnTo>
                <a:lnTo>
                  <a:pt x="1112" y="1438"/>
                </a:lnTo>
                <a:lnTo>
                  <a:pt x="1102" y="1468"/>
                </a:lnTo>
                <a:lnTo>
                  <a:pt x="1092" y="1498"/>
                </a:lnTo>
                <a:lnTo>
                  <a:pt x="1085" y="1527"/>
                </a:lnTo>
                <a:lnTo>
                  <a:pt x="1078" y="1558"/>
                </a:lnTo>
                <a:lnTo>
                  <a:pt x="1070" y="1590"/>
                </a:lnTo>
                <a:lnTo>
                  <a:pt x="1065" y="1624"/>
                </a:lnTo>
                <a:lnTo>
                  <a:pt x="1060" y="1647"/>
                </a:lnTo>
                <a:lnTo>
                  <a:pt x="1054" y="1669"/>
                </a:lnTo>
                <a:lnTo>
                  <a:pt x="1047" y="1693"/>
                </a:lnTo>
                <a:lnTo>
                  <a:pt x="1039" y="1715"/>
                </a:lnTo>
                <a:lnTo>
                  <a:pt x="1029" y="1736"/>
                </a:lnTo>
                <a:lnTo>
                  <a:pt x="1018" y="1757"/>
                </a:lnTo>
                <a:lnTo>
                  <a:pt x="1007" y="1777"/>
                </a:lnTo>
                <a:lnTo>
                  <a:pt x="995" y="1796"/>
                </a:lnTo>
                <a:lnTo>
                  <a:pt x="980" y="1816"/>
                </a:lnTo>
                <a:lnTo>
                  <a:pt x="965" y="1835"/>
                </a:lnTo>
                <a:lnTo>
                  <a:pt x="949" y="1852"/>
                </a:lnTo>
                <a:lnTo>
                  <a:pt x="933" y="1869"/>
                </a:lnTo>
                <a:lnTo>
                  <a:pt x="915" y="1885"/>
                </a:lnTo>
                <a:lnTo>
                  <a:pt x="896" y="1900"/>
                </a:lnTo>
                <a:lnTo>
                  <a:pt x="878" y="1915"/>
                </a:lnTo>
                <a:lnTo>
                  <a:pt x="858" y="1930"/>
                </a:lnTo>
                <a:lnTo>
                  <a:pt x="837" y="1942"/>
                </a:lnTo>
                <a:lnTo>
                  <a:pt x="815" y="1954"/>
                </a:lnTo>
                <a:lnTo>
                  <a:pt x="792" y="1965"/>
                </a:lnTo>
                <a:lnTo>
                  <a:pt x="770" y="1975"/>
                </a:lnTo>
                <a:lnTo>
                  <a:pt x="747" y="1985"/>
                </a:lnTo>
                <a:lnTo>
                  <a:pt x="722" y="1994"/>
                </a:lnTo>
                <a:lnTo>
                  <a:pt x="697" y="2001"/>
                </a:lnTo>
                <a:lnTo>
                  <a:pt x="673" y="2007"/>
                </a:lnTo>
                <a:lnTo>
                  <a:pt x="648" y="2012"/>
                </a:lnTo>
                <a:lnTo>
                  <a:pt x="622" y="2016"/>
                </a:lnTo>
                <a:lnTo>
                  <a:pt x="596" y="2020"/>
                </a:lnTo>
                <a:lnTo>
                  <a:pt x="569" y="2022"/>
                </a:lnTo>
                <a:lnTo>
                  <a:pt x="543" y="2022"/>
                </a:lnTo>
                <a:lnTo>
                  <a:pt x="516" y="2022"/>
                </a:lnTo>
                <a:lnTo>
                  <a:pt x="489" y="2021"/>
                </a:lnTo>
                <a:lnTo>
                  <a:pt x="460" y="2019"/>
                </a:lnTo>
                <a:lnTo>
                  <a:pt x="433" y="2015"/>
                </a:lnTo>
                <a:lnTo>
                  <a:pt x="407" y="2010"/>
                </a:lnTo>
                <a:lnTo>
                  <a:pt x="381" y="2004"/>
                </a:lnTo>
                <a:lnTo>
                  <a:pt x="355" y="1996"/>
                </a:lnTo>
                <a:lnTo>
                  <a:pt x="331" y="1988"/>
                </a:lnTo>
                <a:lnTo>
                  <a:pt x="307" y="1979"/>
                </a:lnTo>
                <a:lnTo>
                  <a:pt x="284" y="1968"/>
                </a:lnTo>
                <a:lnTo>
                  <a:pt x="260" y="1957"/>
                </a:lnTo>
                <a:lnTo>
                  <a:pt x="238" y="1946"/>
                </a:lnTo>
                <a:lnTo>
                  <a:pt x="217" y="1932"/>
                </a:lnTo>
                <a:lnTo>
                  <a:pt x="197" y="1919"/>
                </a:lnTo>
                <a:lnTo>
                  <a:pt x="178" y="1904"/>
                </a:lnTo>
                <a:lnTo>
                  <a:pt x="159" y="1889"/>
                </a:lnTo>
                <a:lnTo>
                  <a:pt x="141" y="1873"/>
                </a:lnTo>
                <a:lnTo>
                  <a:pt x="123" y="1856"/>
                </a:lnTo>
                <a:lnTo>
                  <a:pt x="109" y="1838"/>
                </a:lnTo>
                <a:lnTo>
                  <a:pt x="93" y="1820"/>
                </a:lnTo>
                <a:lnTo>
                  <a:pt x="79" y="1801"/>
                </a:lnTo>
                <a:lnTo>
                  <a:pt x="67" y="1783"/>
                </a:lnTo>
                <a:lnTo>
                  <a:pt x="54" y="1763"/>
                </a:lnTo>
                <a:lnTo>
                  <a:pt x="43" y="1742"/>
                </a:lnTo>
                <a:lnTo>
                  <a:pt x="33" y="1721"/>
                </a:lnTo>
                <a:lnTo>
                  <a:pt x="26" y="1700"/>
                </a:lnTo>
                <a:lnTo>
                  <a:pt x="19" y="1679"/>
                </a:lnTo>
                <a:lnTo>
                  <a:pt x="12" y="1657"/>
                </a:lnTo>
                <a:lnTo>
                  <a:pt x="7" y="1635"/>
                </a:lnTo>
                <a:lnTo>
                  <a:pt x="4" y="1611"/>
                </a:lnTo>
                <a:lnTo>
                  <a:pt x="1" y="1589"/>
                </a:lnTo>
                <a:lnTo>
                  <a:pt x="0" y="1565"/>
                </a:lnTo>
                <a:lnTo>
                  <a:pt x="0" y="1542"/>
                </a:lnTo>
                <a:lnTo>
                  <a:pt x="2" y="1519"/>
                </a:lnTo>
                <a:lnTo>
                  <a:pt x="5" y="1495"/>
                </a:lnTo>
                <a:lnTo>
                  <a:pt x="17" y="1428"/>
                </a:lnTo>
                <a:lnTo>
                  <a:pt x="31" y="1362"/>
                </a:lnTo>
                <a:lnTo>
                  <a:pt x="48" y="1298"/>
                </a:lnTo>
                <a:lnTo>
                  <a:pt x="67" y="1235"/>
                </a:lnTo>
                <a:lnTo>
                  <a:pt x="86" y="1173"/>
                </a:lnTo>
                <a:lnTo>
                  <a:pt x="110" y="1112"/>
                </a:lnTo>
                <a:lnTo>
                  <a:pt x="135" y="1053"/>
                </a:lnTo>
                <a:lnTo>
                  <a:pt x="160" y="995"/>
                </a:lnTo>
                <a:lnTo>
                  <a:pt x="190" y="938"/>
                </a:lnTo>
                <a:lnTo>
                  <a:pt x="221" y="883"/>
                </a:lnTo>
                <a:lnTo>
                  <a:pt x="253" y="829"/>
                </a:lnTo>
                <a:lnTo>
                  <a:pt x="288" y="777"/>
                </a:lnTo>
                <a:lnTo>
                  <a:pt x="325" y="726"/>
                </a:lnTo>
                <a:lnTo>
                  <a:pt x="364" y="677"/>
                </a:lnTo>
                <a:lnTo>
                  <a:pt x="404" y="629"/>
                </a:lnTo>
                <a:lnTo>
                  <a:pt x="447" y="582"/>
                </a:lnTo>
                <a:lnTo>
                  <a:pt x="491" y="537"/>
                </a:lnTo>
                <a:lnTo>
                  <a:pt x="537" y="494"/>
                </a:lnTo>
                <a:lnTo>
                  <a:pt x="585" y="452"/>
                </a:lnTo>
                <a:lnTo>
                  <a:pt x="634" y="412"/>
                </a:lnTo>
                <a:lnTo>
                  <a:pt x="685" y="374"/>
                </a:lnTo>
                <a:lnTo>
                  <a:pt x="738" y="337"/>
                </a:lnTo>
                <a:lnTo>
                  <a:pt x="794" y="303"/>
                </a:lnTo>
                <a:lnTo>
                  <a:pt x="850" y="269"/>
                </a:lnTo>
                <a:lnTo>
                  <a:pt x="908" y="238"/>
                </a:lnTo>
                <a:lnTo>
                  <a:pt x="968" y="209"/>
                </a:lnTo>
                <a:lnTo>
                  <a:pt x="1029" y="180"/>
                </a:lnTo>
                <a:lnTo>
                  <a:pt x="1092" y="154"/>
                </a:lnTo>
                <a:lnTo>
                  <a:pt x="1156" y="130"/>
                </a:lnTo>
                <a:lnTo>
                  <a:pt x="1223" y="108"/>
                </a:lnTo>
                <a:lnTo>
                  <a:pt x="1291" y="88"/>
                </a:lnTo>
                <a:lnTo>
                  <a:pt x="1359" y="69"/>
                </a:lnTo>
                <a:lnTo>
                  <a:pt x="1432" y="52"/>
                </a:lnTo>
                <a:lnTo>
                  <a:pt x="1506" y="37"/>
                </a:lnTo>
                <a:lnTo>
                  <a:pt x="1579" y="26"/>
                </a:lnTo>
                <a:lnTo>
                  <a:pt x="1653" y="16"/>
                </a:lnTo>
                <a:lnTo>
                  <a:pt x="1728" y="9"/>
                </a:lnTo>
                <a:lnTo>
                  <a:pt x="1802" y="4"/>
                </a:lnTo>
                <a:lnTo>
                  <a:pt x="1877" y="1"/>
                </a:lnTo>
                <a:lnTo>
                  <a:pt x="1951" y="0"/>
                </a:lnTo>
                <a:lnTo>
                  <a:pt x="2027" y="3"/>
                </a:lnTo>
                <a:lnTo>
                  <a:pt x="2101" y="6"/>
                </a:lnTo>
                <a:lnTo>
                  <a:pt x="2176" y="13"/>
                </a:lnTo>
                <a:lnTo>
                  <a:pt x="2250" y="21"/>
                </a:lnTo>
                <a:lnTo>
                  <a:pt x="2323" y="32"/>
                </a:lnTo>
                <a:lnTo>
                  <a:pt x="2397" y="45"/>
                </a:lnTo>
                <a:lnTo>
                  <a:pt x="2469" y="59"/>
                </a:lnTo>
                <a:lnTo>
                  <a:pt x="2540" y="77"/>
                </a:lnTo>
                <a:lnTo>
                  <a:pt x="2612" y="95"/>
                </a:lnTo>
                <a:lnTo>
                  <a:pt x="2682" y="116"/>
                </a:lnTo>
                <a:lnTo>
                  <a:pt x="2751" y="140"/>
                </a:lnTo>
                <a:lnTo>
                  <a:pt x="2819" y="164"/>
                </a:lnTo>
                <a:lnTo>
                  <a:pt x="2886" y="192"/>
                </a:lnTo>
                <a:lnTo>
                  <a:pt x="2951" y="221"/>
                </a:lnTo>
                <a:lnTo>
                  <a:pt x="3015" y="252"/>
                </a:lnTo>
                <a:lnTo>
                  <a:pt x="3078" y="285"/>
                </a:lnTo>
                <a:lnTo>
                  <a:pt x="3140" y="320"/>
                </a:lnTo>
                <a:lnTo>
                  <a:pt x="3199" y="356"/>
                </a:lnTo>
                <a:lnTo>
                  <a:pt x="3257" y="394"/>
                </a:lnTo>
                <a:lnTo>
                  <a:pt x="3313" y="435"/>
                </a:lnTo>
                <a:lnTo>
                  <a:pt x="3367" y="477"/>
                </a:lnTo>
                <a:lnTo>
                  <a:pt x="3420" y="521"/>
                </a:lnTo>
                <a:lnTo>
                  <a:pt x="3469" y="567"/>
                </a:lnTo>
                <a:lnTo>
                  <a:pt x="3518" y="614"/>
                </a:lnTo>
                <a:lnTo>
                  <a:pt x="3561" y="659"/>
                </a:lnTo>
                <a:lnTo>
                  <a:pt x="3602" y="706"/>
                </a:lnTo>
                <a:lnTo>
                  <a:pt x="3640" y="754"/>
                </a:lnTo>
                <a:lnTo>
                  <a:pt x="3676" y="803"/>
                </a:lnTo>
                <a:lnTo>
                  <a:pt x="3709" y="852"/>
                </a:lnTo>
                <a:lnTo>
                  <a:pt x="3740" y="903"/>
                </a:lnTo>
                <a:lnTo>
                  <a:pt x="3768" y="954"/>
                </a:lnTo>
                <a:lnTo>
                  <a:pt x="3794" y="1006"/>
                </a:lnTo>
                <a:lnTo>
                  <a:pt x="3818" y="1059"/>
                </a:lnTo>
                <a:lnTo>
                  <a:pt x="3839" y="1112"/>
                </a:lnTo>
                <a:lnTo>
                  <a:pt x="3858" y="1167"/>
                </a:lnTo>
                <a:lnTo>
                  <a:pt x="3874" y="1221"/>
                </a:lnTo>
                <a:lnTo>
                  <a:pt x="3888" y="1277"/>
                </a:lnTo>
                <a:lnTo>
                  <a:pt x="3899" y="1332"/>
                </a:lnTo>
                <a:lnTo>
                  <a:pt x="3909" y="1389"/>
                </a:lnTo>
                <a:lnTo>
                  <a:pt x="3915" y="1446"/>
                </a:lnTo>
                <a:lnTo>
                  <a:pt x="3919" y="1504"/>
                </a:lnTo>
                <a:lnTo>
                  <a:pt x="3921" y="1562"/>
                </a:lnTo>
                <a:lnTo>
                  <a:pt x="3920" y="1620"/>
                </a:lnTo>
                <a:lnTo>
                  <a:pt x="3918" y="1679"/>
                </a:lnTo>
                <a:lnTo>
                  <a:pt x="3911" y="1738"/>
                </a:lnTo>
                <a:lnTo>
                  <a:pt x="3903" y="1798"/>
                </a:lnTo>
                <a:lnTo>
                  <a:pt x="3893" y="1857"/>
                </a:lnTo>
                <a:lnTo>
                  <a:pt x="3879" y="1917"/>
                </a:lnTo>
                <a:lnTo>
                  <a:pt x="3864" y="1978"/>
                </a:lnTo>
                <a:lnTo>
                  <a:pt x="3846" y="2038"/>
                </a:lnTo>
                <a:lnTo>
                  <a:pt x="3825" y="2099"/>
                </a:lnTo>
                <a:lnTo>
                  <a:pt x="3803" y="2159"/>
                </a:lnTo>
                <a:lnTo>
                  <a:pt x="3777" y="2221"/>
                </a:lnTo>
                <a:lnTo>
                  <a:pt x="3750" y="2281"/>
                </a:lnTo>
                <a:lnTo>
                  <a:pt x="3719" y="2343"/>
                </a:lnTo>
                <a:lnTo>
                  <a:pt x="3685" y="2404"/>
                </a:lnTo>
                <a:lnTo>
                  <a:pt x="3663" y="2443"/>
                </a:lnTo>
                <a:lnTo>
                  <a:pt x="3640" y="2481"/>
                </a:lnTo>
                <a:lnTo>
                  <a:pt x="3615" y="2518"/>
                </a:lnTo>
                <a:lnTo>
                  <a:pt x="3590" y="2554"/>
                </a:lnTo>
                <a:lnTo>
                  <a:pt x="3565" y="2589"/>
                </a:lnTo>
                <a:lnTo>
                  <a:pt x="3539" y="2623"/>
                </a:lnTo>
                <a:lnTo>
                  <a:pt x="3511" y="2656"/>
                </a:lnTo>
                <a:lnTo>
                  <a:pt x="3484" y="2688"/>
                </a:lnTo>
                <a:lnTo>
                  <a:pt x="3456" y="2718"/>
                </a:lnTo>
                <a:lnTo>
                  <a:pt x="3428" y="2749"/>
                </a:lnTo>
                <a:lnTo>
                  <a:pt x="3398" y="2778"/>
                </a:lnTo>
                <a:lnTo>
                  <a:pt x="3368" y="2806"/>
                </a:lnTo>
                <a:lnTo>
                  <a:pt x="3339" y="2833"/>
                </a:lnTo>
                <a:lnTo>
                  <a:pt x="3309" y="2860"/>
                </a:lnTo>
                <a:lnTo>
                  <a:pt x="3278" y="2886"/>
                </a:lnTo>
                <a:lnTo>
                  <a:pt x="3247" y="2911"/>
                </a:lnTo>
                <a:lnTo>
                  <a:pt x="3186" y="2959"/>
                </a:lnTo>
                <a:lnTo>
                  <a:pt x="3124" y="3005"/>
                </a:lnTo>
                <a:lnTo>
                  <a:pt x="3061" y="3048"/>
                </a:lnTo>
                <a:lnTo>
                  <a:pt x="2998" y="3089"/>
                </a:lnTo>
                <a:lnTo>
                  <a:pt x="2936" y="3127"/>
                </a:lnTo>
                <a:lnTo>
                  <a:pt x="2876" y="3165"/>
                </a:lnTo>
                <a:lnTo>
                  <a:pt x="2815" y="3200"/>
                </a:lnTo>
                <a:lnTo>
                  <a:pt x="2756" y="3234"/>
                </a:lnTo>
                <a:lnTo>
                  <a:pt x="2680" y="3280"/>
                </a:lnTo>
                <a:lnTo>
                  <a:pt x="2609" y="3322"/>
                </a:lnTo>
                <a:lnTo>
                  <a:pt x="2545" y="3363"/>
                </a:lnTo>
                <a:lnTo>
                  <a:pt x="2487" y="3402"/>
                </a:lnTo>
                <a:lnTo>
                  <a:pt x="2460" y="3421"/>
                </a:lnTo>
                <a:lnTo>
                  <a:pt x="2435" y="3441"/>
                </a:lnTo>
                <a:lnTo>
                  <a:pt x="2410" y="3460"/>
                </a:lnTo>
                <a:lnTo>
                  <a:pt x="2388" y="3480"/>
                </a:lnTo>
                <a:lnTo>
                  <a:pt x="2369" y="3500"/>
                </a:lnTo>
                <a:lnTo>
                  <a:pt x="2349" y="3520"/>
                </a:lnTo>
                <a:lnTo>
                  <a:pt x="2331" y="3541"/>
                </a:lnTo>
                <a:lnTo>
                  <a:pt x="2315" y="3563"/>
                </a:lnTo>
                <a:lnTo>
                  <a:pt x="2302" y="3585"/>
                </a:lnTo>
                <a:lnTo>
                  <a:pt x="2288" y="3607"/>
                </a:lnTo>
                <a:lnTo>
                  <a:pt x="2277" y="3632"/>
                </a:lnTo>
                <a:lnTo>
                  <a:pt x="2267" y="3657"/>
                </a:lnTo>
                <a:lnTo>
                  <a:pt x="2259" y="3683"/>
                </a:lnTo>
                <a:lnTo>
                  <a:pt x="2253" y="3710"/>
                </a:lnTo>
                <a:lnTo>
                  <a:pt x="2248" y="3739"/>
                </a:lnTo>
                <a:lnTo>
                  <a:pt x="2244" y="3769"/>
                </a:lnTo>
                <a:lnTo>
                  <a:pt x="2241" y="3801"/>
                </a:lnTo>
                <a:lnTo>
                  <a:pt x="2241" y="3834"/>
                </a:lnTo>
                <a:lnTo>
                  <a:pt x="2241" y="3869"/>
                </a:lnTo>
                <a:lnTo>
                  <a:pt x="2244" y="3906"/>
                </a:lnTo>
                <a:lnTo>
                  <a:pt x="2248" y="3946"/>
                </a:lnTo>
                <a:lnTo>
                  <a:pt x="2254" y="3986"/>
                </a:lnTo>
                <a:lnTo>
                  <a:pt x="2260" y="4029"/>
                </a:lnTo>
                <a:lnTo>
                  <a:pt x="2269" y="4074"/>
                </a:lnTo>
                <a:lnTo>
                  <a:pt x="2273" y="4099"/>
                </a:lnTo>
                <a:lnTo>
                  <a:pt x="2276" y="4122"/>
                </a:lnTo>
                <a:lnTo>
                  <a:pt x="2277" y="4146"/>
                </a:lnTo>
                <a:lnTo>
                  <a:pt x="2277" y="4168"/>
                </a:lnTo>
                <a:lnTo>
                  <a:pt x="2275" y="4191"/>
                </a:lnTo>
                <a:lnTo>
                  <a:pt x="2272" y="4213"/>
                </a:lnTo>
                <a:lnTo>
                  <a:pt x="2269" y="4237"/>
                </a:lnTo>
                <a:lnTo>
                  <a:pt x="2262" y="4259"/>
                </a:lnTo>
                <a:lnTo>
                  <a:pt x="2256" y="4280"/>
                </a:lnTo>
                <a:lnTo>
                  <a:pt x="2249" y="4302"/>
                </a:lnTo>
                <a:lnTo>
                  <a:pt x="2240" y="4323"/>
                </a:lnTo>
                <a:lnTo>
                  <a:pt x="2230" y="4343"/>
                </a:lnTo>
                <a:lnTo>
                  <a:pt x="2219" y="4364"/>
                </a:lnTo>
                <a:lnTo>
                  <a:pt x="2207" y="4384"/>
                </a:lnTo>
                <a:lnTo>
                  <a:pt x="2193" y="4402"/>
                </a:lnTo>
                <a:lnTo>
                  <a:pt x="2178" y="4421"/>
                </a:lnTo>
                <a:lnTo>
                  <a:pt x="2164" y="4438"/>
                </a:lnTo>
                <a:lnTo>
                  <a:pt x="2148" y="4455"/>
                </a:lnTo>
                <a:lnTo>
                  <a:pt x="2130" y="4473"/>
                </a:lnTo>
                <a:lnTo>
                  <a:pt x="2112" y="4489"/>
                </a:lnTo>
                <a:lnTo>
                  <a:pt x="2093" y="4504"/>
                </a:lnTo>
                <a:lnTo>
                  <a:pt x="2074" y="4517"/>
                </a:lnTo>
                <a:lnTo>
                  <a:pt x="2053" y="4531"/>
                </a:lnTo>
                <a:lnTo>
                  <a:pt x="2030" y="4544"/>
                </a:lnTo>
                <a:lnTo>
                  <a:pt x="2008" y="4555"/>
                </a:lnTo>
                <a:lnTo>
                  <a:pt x="1986" y="4566"/>
                </a:lnTo>
                <a:lnTo>
                  <a:pt x="1961" y="4576"/>
                </a:lnTo>
                <a:lnTo>
                  <a:pt x="1937" y="4585"/>
                </a:lnTo>
                <a:lnTo>
                  <a:pt x="1912" y="4594"/>
                </a:lnTo>
                <a:lnTo>
                  <a:pt x="1886" y="4600"/>
                </a:lnTo>
                <a:lnTo>
                  <a:pt x="1860" y="4606"/>
                </a:lnTo>
                <a:lnTo>
                  <a:pt x="1833" y="4610"/>
                </a:lnTo>
                <a:lnTo>
                  <a:pt x="1809" y="4613"/>
                </a:lnTo>
                <a:lnTo>
                  <a:pt x="1787" y="4616"/>
                </a:lnTo>
                <a:lnTo>
                  <a:pt x="1764" y="4617"/>
                </a:lnTo>
                <a:lnTo>
                  <a:pt x="1742" y="46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/>
          </a:p>
        </p:txBody>
      </p:sp>
      <p:sp>
        <p:nvSpPr>
          <p:cNvPr id="74" name="Прямоугольник 7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1267914" y="5128780"/>
            <a:ext cx="1374159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归还件数</a:t>
            </a:r>
            <a:endParaRPr lang="ru-RU" sz="1335" b="1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7" name="TextBox 7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624284" y="5352521"/>
            <a:ext cx="2661419" cy="876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试点结束时每月 150 件核实归还。归还就是产品本身，其他所有指标都只是它的代理。</a:t>
            </a:r>
            <a:endParaRPr lang="ru-RU" sz="1135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80" name="Прямоугольник 7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4029566" y="5128780"/>
            <a:ext cx="1374159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匹配精度</a:t>
            </a:r>
            <a:endParaRPr lang="ru-RU" sz="1335" b="1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3" name="TextBox 8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3385937" y="5352521"/>
            <a:ext cx="2661419" cy="876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自动推送中真实配对不低于 80%。误报摧毁信任的速度，比漏报损失归还快得多。</a:t>
            </a:r>
            <a:endParaRPr lang="ru-RU" sz="1135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84" name="Прямоугольник 8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6773111" y="5128780"/>
            <a:ext cx="1374159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D7 留存</a:t>
            </a:r>
            <a:endParaRPr lang="ru-RU" sz="1335" b="1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5" name="TextBox 8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6129482" y="5352521"/>
            <a:ext cx="2661419" cy="876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封闭内测不低于 25%。丢东西是偶发的，留存必须来自网络的持续价值。</a:t>
            </a:r>
            <a:endParaRPr lang="ru-RU" sz="1135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86" name="Прямоугольник 85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9549927" y="5128780"/>
            <a:ext cx="1374159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转化率</a:t>
            </a:r>
            <a:endParaRPr lang="ru-RU" sz="1335" b="1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7" name="TextBox 8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8906298" y="5352521"/>
            <a:ext cx="2661419" cy="876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活跃试点转付费不低于 40%，并把归还中位时长压到 48 小时以内。</a:t>
            </a:r>
            <a:endParaRPr lang="ru-RU" sz="1135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72" name="TextBox 7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520776" y="578176"/>
            <a:ext cx="45108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000" b="1" spc="-100">
                <a:solidFill>
                  <a:schemeClr val="tx1">
                    <a:lumMod val="75000"/>
                    <a:lumOff val="25000"/>
                  </a:schemeClr>
                </a:solidFill>
                <a:latin typeface="Felix Titling" panose="04060505060202020A04" pitchFamily="82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KEY METRICS</a:t>
            </a:r>
          </a:p>
        </p:txBody>
      </p:sp>
      <p:sp>
        <p:nvSpPr>
          <p:cNvPr id="56" name="TextBox 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612742" y="1314490"/>
            <a:ext cx="1103187" cy="26161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PILOT TARGETS</a:t>
            </a:r>
          </a:p>
        </p:txBody>
      </p:sp>
      <p:sp>
        <p:nvSpPr>
          <p:cNvPr id="4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EditPoints="1"/>
          </p:cNvSpPr>
          <p:nvPr/>
        </p:nvSpPr>
        <p:spPr bwMode="auto">
          <a:xfrm>
            <a:off x="5259930" y="5104835"/>
            <a:ext cx="1229667" cy="781511"/>
          </a:xfrm>
          <a:custGeom>
            <a:avLst/>
            <a:gdLst>
              <a:gd name="T0" fmla="*/ 993 w 5693"/>
              <a:gd name="T1" fmla="*/ 1418 h 3823"/>
              <a:gd name="T2" fmla="*/ 859 w 5693"/>
              <a:gd name="T3" fmla="*/ 1517 h 3823"/>
              <a:gd name="T4" fmla="*/ 774 w 5693"/>
              <a:gd name="T5" fmla="*/ 1671 h 3823"/>
              <a:gd name="T6" fmla="*/ 737 w 5693"/>
              <a:gd name="T7" fmla="*/ 1854 h 3823"/>
              <a:gd name="T8" fmla="*/ 749 w 5693"/>
              <a:gd name="T9" fmla="*/ 2043 h 3823"/>
              <a:gd name="T10" fmla="*/ 809 w 5693"/>
              <a:gd name="T11" fmla="*/ 2214 h 3823"/>
              <a:gd name="T12" fmla="*/ 919 w 5693"/>
              <a:gd name="T13" fmla="*/ 2343 h 3823"/>
              <a:gd name="T14" fmla="*/ 1077 w 5693"/>
              <a:gd name="T15" fmla="*/ 2407 h 3823"/>
              <a:gd name="T16" fmla="*/ 4658 w 5693"/>
              <a:gd name="T17" fmla="*/ 2399 h 3823"/>
              <a:gd name="T18" fmla="*/ 4804 w 5693"/>
              <a:gd name="T19" fmla="*/ 2316 h 3823"/>
              <a:gd name="T20" fmla="*/ 4902 w 5693"/>
              <a:gd name="T21" fmla="*/ 2174 h 3823"/>
              <a:gd name="T22" fmla="*/ 4951 w 5693"/>
              <a:gd name="T23" fmla="*/ 1996 h 3823"/>
              <a:gd name="T24" fmla="*/ 4951 w 5693"/>
              <a:gd name="T25" fmla="*/ 1806 h 3823"/>
              <a:gd name="T26" fmla="*/ 4902 w 5693"/>
              <a:gd name="T27" fmla="*/ 1629 h 3823"/>
              <a:gd name="T28" fmla="*/ 4804 w 5693"/>
              <a:gd name="T29" fmla="*/ 1486 h 3823"/>
              <a:gd name="T30" fmla="*/ 4658 w 5693"/>
              <a:gd name="T31" fmla="*/ 1403 h 3823"/>
              <a:gd name="T32" fmla="*/ 485 w 5693"/>
              <a:gd name="T33" fmla="*/ 0 h 3823"/>
              <a:gd name="T34" fmla="*/ 273 w 5693"/>
              <a:gd name="T35" fmla="*/ 44 h 3823"/>
              <a:gd name="T36" fmla="*/ 121 w 5693"/>
              <a:gd name="T37" fmla="*/ 159 h 3823"/>
              <a:gd name="T38" fmla="*/ 30 w 5693"/>
              <a:gd name="T39" fmla="*/ 322 h 3823"/>
              <a:gd name="T40" fmla="*/ 0 w 5693"/>
              <a:gd name="T41" fmla="*/ 509 h 3823"/>
              <a:gd name="T42" fmla="*/ 30 w 5693"/>
              <a:gd name="T43" fmla="*/ 696 h 3823"/>
              <a:gd name="T44" fmla="*/ 121 w 5693"/>
              <a:gd name="T45" fmla="*/ 859 h 3823"/>
              <a:gd name="T46" fmla="*/ 273 w 5693"/>
              <a:gd name="T47" fmla="*/ 974 h 3823"/>
              <a:gd name="T48" fmla="*/ 485 w 5693"/>
              <a:gd name="T49" fmla="*/ 1018 h 3823"/>
              <a:gd name="T50" fmla="*/ 5372 w 5693"/>
              <a:gd name="T51" fmla="*/ 993 h 3823"/>
              <a:gd name="T52" fmla="*/ 5539 w 5693"/>
              <a:gd name="T53" fmla="*/ 893 h 3823"/>
              <a:gd name="T54" fmla="*/ 5645 w 5693"/>
              <a:gd name="T55" fmla="*/ 740 h 3823"/>
              <a:gd name="T56" fmla="*/ 5691 w 5693"/>
              <a:gd name="T57" fmla="*/ 557 h 3823"/>
              <a:gd name="T58" fmla="*/ 5675 w 5693"/>
              <a:gd name="T59" fmla="*/ 368 h 3823"/>
              <a:gd name="T60" fmla="*/ 5600 w 5693"/>
              <a:gd name="T61" fmla="*/ 196 h 3823"/>
              <a:gd name="T62" fmla="*/ 5463 w 5693"/>
              <a:gd name="T63" fmla="*/ 67 h 3823"/>
              <a:gd name="T64" fmla="*/ 5265 w 5693"/>
              <a:gd name="T65" fmla="*/ 3 h 3823"/>
              <a:gd name="T66" fmla="*/ 1404 w 5693"/>
              <a:gd name="T67" fmla="*/ 2869 h 3823"/>
              <a:gd name="T68" fmla="*/ 1599 w 5693"/>
              <a:gd name="T69" fmla="*/ 3109 h 3823"/>
              <a:gd name="T70" fmla="*/ 1765 w 5693"/>
              <a:gd name="T71" fmla="*/ 3289 h 3823"/>
              <a:gd name="T72" fmla="*/ 1941 w 5693"/>
              <a:gd name="T73" fmla="*/ 3454 h 3823"/>
              <a:gd name="T74" fmla="*/ 2128 w 5693"/>
              <a:gd name="T75" fmla="*/ 3596 h 3823"/>
              <a:gd name="T76" fmla="*/ 2330 w 5693"/>
              <a:gd name="T77" fmla="*/ 3708 h 3823"/>
              <a:gd name="T78" fmla="*/ 2550 w 5693"/>
              <a:gd name="T79" fmla="*/ 3787 h 3823"/>
              <a:gd name="T80" fmla="*/ 2787 w 5693"/>
              <a:gd name="T81" fmla="*/ 3822 h 3823"/>
              <a:gd name="T82" fmla="*/ 3029 w 5693"/>
              <a:gd name="T83" fmla="*/ 3811 h 3823"/>
              <a:gd name="T84" fmla="*/ 3253 w 5693"/>
              <a:gd name="T85" fmla="*/ 3758 h 3823"/>
              <a:gd name="T86" fmla="*/ 3461 w 5693"/>
              <a:gd name="T87" fmla="*/ 3667 h 3823"/>
              <a:gd name="T88" fmla="*/ 3654 w 5693"/>
              <a:gd name="T89" fmla="*/ 3545 h 3823"/>
              <a:gd name="T90" fmla="*/ 3834 w 5693"/>
              <a:gd name="T91" fmla="*/ 3394 h 3823"/>
              <a:gd name="T92" fmla="*/ 4002 w 5693"/>
              <a:gd name="T93" fmla="*/ 3220 h 3823"/>
              <a:gd name="T94" fmla="*/ 4157 w 5693"/>
              <a:gd name="T95" fmla="*/ 3029 h 3823"/>
              <a:gd name="T96" fmla="*/ 4300 w 5693"/>
              <a:gd name="T97" fmla="*/ 2825 h 38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693" h="3823">
                <a:moveTo>
                  <a:pt x="1124" y="1392"/>
                </a:moveTo>
                <a:lnTo>
                  <a:pt x="1077" y="1395"/>
                </a:lnTo>
                <a:lnTo>
                  <a:pt x="1033" y="1403"/>
                </a:lnTo>
                <a:lnTo>
                  <a:pt x="993" y="1418"/>
                </a:lnTo>
                <a:lnTo>
                  <a:pt x="955" y="1435"/>
                </a:lnTo>
                <a:lnTo>
                  <a:pt x="919" y="1459"/>
                </a:lnTo>
                <a:lnTo>
                  <a:pt x="888" y="1486"/>
                </a:lnTo>
                <a:lnTo>
                  <a:pt x="859" y="1517"/>
                </a:lnTo>
                <a:lnTo>
                  <a:pt x="832" y="1551"/>
                </a:lnTo>
                <a:lnTo>
                  <a:pt x="809" y="1589"/>
                </a:lnTo>
                <a:lnTo>
                  <a:pt x="791" y="1629"/>
                </a:lnTo>
                <a:lnTo>
                  <a:pt x="774" y="1671"/>
                </a:lnTo>
                <a:lnTo>
                  <a:pt x="759" y="1715"/>
                </a:lnTo>
                <a:lnTo>
                  <a:pt x="749" y="1760"/>
                </a:lnTo>
                <a:lnTo>
                  <a:pt x="741" y="1806"/>
                </a:lnTo>
                <a:lnTo>
                  <a:pt x="737" y="1854"/>
                </a:lnTo>
                <a:lnTo>
                  <a:pt x="735" y="1901"/>
                </a:lnTo>
                <a:lnTo>
                  <a:pt x="737" y="1949"/>
                </a:lnTo>
                <a:lnTo>
                  <a:pt x="741" y="1996"/>
                </a:lnTo>
                <a:lnTo>
                  <a:pt x="749" y="2043"/>
                </a:lnTo>
                <a:lnTo>
                  <a:pt x="759" y="2088"/>
                </a:lnTo>
                <a:lnTo>
                  <a:pt x="774" y="2132"/>
                </a:lnTo>
                <a:lnTo>
                  <a:pt x="791" y="2174"/>
                </a:lnTo>
                <a:lnTo>
                  <a:pt x="809" y="2214"/>
                </a:lnTo>
                <a:lnTo>
                  <a:pt x="832" y="2251"/>
                </a:lnTo>
                <a:lnTo>
                  <a:pt x="859" y="2285"/>
                </a:lnTo>
                <a:lnTo>
                  <a:pt x="888" y="2316"/>
                </a:lnTo>
                <a:lnTo>
                  <a:pt x="919" y="2343"/>
                </a:lnTo>
                <a:lnTo>
                  <a:pt x="955" y="2366"/>
                </a:lnTo>
                <a:lnTo>
                  <a:pt x="993" y="2385"/>
                </a:lnTo>
                <a:lnTo>
                  <a:pt x="1033" y="2399"/>
                </a:lnTo>
                <a:lnTo>
                  <a:pt x="1077" y="2407"/>
                </a:lnTo>
                <a:lnTo>
                  <a:pt x="1124" y="2410"/>
                </a:lnTo>
                <a:lnTo>
                  <a:pt x="4567" y="2410"/>
                </a:lnTo>
                <a:lnTo>
                  <a:pt x="4614" y="2407"/>
                </a:lnTo>
                <a:lnTo>
                  <a:pt x="4658" y="2399"/>
                </a:lnTo>
                <a:lnTo>
                  <a:pt x="4699" y="2385"/>
                </a:lnTo>
                <a:lnTo>
                  <a:pt x="4737" y="2366"/>
                </a:lnTo>
                <a:lnTo>
                  <a:pt x="4772" y="2343"/>
                </a:lnTo>
                <a:lnTo>
                  <a:pt x="4804" y="2316"/>
                </a:lnTo>
                <a:lnTo>
                  <a:pt x="4834" y="2285"/>
                </a:lnTo>
                <a:lnTo>
                  <a:pt x="4859" y="2251"/>
                </a:lnTo>
                <a:lnTo>
                  <a:pt x="4882" y="2214"/>
                </a:lnTo>
                <a:lnTo>
                  <a:pt x="4902" y="2174"/>
                </a:lnTo>
                <a:lnTo>
                  <a:pt x="4918" y="2132"/>
                </a:lnTo>
                <a:lnTo>
                  <a:pt x="4932" y="2088"/>
                </a:lnTo>
                <a:lnTo>
                  <a:pt x="4943" y="2043"/>
                </a:lnTo>
                <a:lnTo>
                  <a:pt x="4951" y="1996"/>
                </a:lnTo>
                <a:lnTo>
                  <a:pt x="4955" y="1949"/>
                </a:lnTo>
                <a:lnTo>
                  <a:pt x="4956" y="1901"/>
                </a:lnTo>
                <a:lnTo>
                  <a:pt x="4955" y="1854"/>
                </a:lnTo>
                <a:lnTo>
                  <a:pt x="4951" y="1806"/>
                </a:lnTo>
                <a:lnTo>
                  <a:pt x="4943" y="1760"/>
                </a:lnTo>
                <a:lnTo>
                  <a:pt x="4932" y="1715"/>
                </a:lnTo>
                <a:lnTo>
                  <a:pt x="4918" y="1671"/>
                </a:lnTo>
                <a:lnTo>
                  <a:pt x="4902" y="1629"/>
                </a:lnTo>
                <a:lnTo>
                  <a:pt x="4882" y="1589"/>
                </a:lnTo>
                <a:lnTo>
                  <a:pt x="4859" y="1551"/>
                </a:lnTo>
                <a:lnTo>
                  <a:pt x="4833" y="1517"/>
                </a:lnTo>
                <a:lnTo>
                  <a:pt x="4804" y="1486"/>
                </a:lnTo>
                <a:lnTo>
                  <a:pt x="4772" y="1459"/>
                </a:lnTo>
                <a:lnTo>
                  <a:pt x="4737" y="1435"/>
                </a:lnTo>
                <a:lnTo>
                  <a:pt x="4699" y="1418"/>
                </a:lnTo>
                <a:lnTo>
                  <a:pt x="4658" y="1403"/>
                </a:lnTo>
                <a:lnTo>
                  <a:pt x="4614" y="1395"/>
                </a:lnTo>
                <a:lnTo>
                  <a:pt x="4567" y="1392"/>
                </a:lnTo>
                <a:lnTo>
                  <a:pt x="1124" y="1392"/>
                </a:lnTo>
                <a:close/>
                <a:moveTo>
                  <a:pt x="485" y="0"/>
                </a:moveTo>
                <a:lnTo>
                  <a:pt x="426" y="3"/>
                </a:lnTo>
                <a:lnTo>
                  <a:pt x="372" y="12"/>
                </a:lnTo>
                <a:lnTo>
                  <a:pt x="321" y="26"/>
                </a:lnTo>
                <a:lnTo>
                  <a:pt x="273" y="44"/>
                </a:lnTo>
                <a:lnTo>
                  <a:pt x="229" y="67"/>
                </a:lnTo>
                <a:lnTo>
                  <a:pt x="189" y="94"/>
                </a:lnTo>
                <a:lnTo>
                  <a:pt x="153" y="125"/>
                </a:lnTo>
                <a:lnTo>
                  <a:pt x="121" y="159"/>
                </a:lnTo>
                <a:lnTo>
                  <a:pt x="93" y="196"/>
                </a:lnTo>
                <a:lnTo>
                  <a:pt x="68" y="237"/>
                </a:lnTo>
                <a:lnTo>
                  <a:pt x="47" y="279"/>
                </a:lnTo>
                <a:lnTo>
                  <a:pt x="30" y="322"/>
                </a:lnTo>
                <a:lnTo>
                  <a:pt x="16" y="368"/>
                </a:lnTo>
                <a:lnTo>
                  <a:pt x="7" y="414"/>
                </a:lnTo>
                <a:lnTo>
                  <a:pt x="2" y="462"/>
                </a:lnTo>
                <a:lnTo>
                  <a:pt x="0" y="509"/>
                </a:lnTo>
                <a:lnTo>
                  <a:pt x="2" y="557"/>
                </a:lnTo>
                <a:lnTo>
                  <a:pt x="7" y="604"/>
                </a:lnTo>
                <a:lnTo>
                  <a:pt x="16" y="651"/>
                </a:lnTo>
                <a:lnTo>
                  <a:pt x="30" y="696"/>
                </a:lnTo>
                <a:lnTo>
                  <a:pt x="47" y="740"/>
                </a:lnTo>
                <a:lnTo>
                  <a:pt x="68" y="782"/>
                </a:lnTo>
                <a:lnTo>
                  <a:pt x="93" y="822"/>
                </a:lnTo>
                <a:lnTo>
                  <a:pt x="121" y="859"/>
                </a:lnTo>
                <a:lnTo>
                  <a:pt x="153" y="893"/>
                </a:lnTo>
                <a:lnTo>
                  <a:pt x="189" y="924"/>
                </a:lnTo>
                <a:lnTo>
                  <a:pt x="229" y="951"/>
                </a:lnTo>
                <a:lnTo>
                  <a:pt x="273" y="974"/>
                </a:lnTo>
                <a:lnTo>
                  <a:pt x="321" y="993"/>
                </a:lnTo>
                <a:lnTo>
                  <a:pt x="372" y="1006"/>
                </a:lnTo>
                <a:lnTo>
                  <a:pt x="426" y="1015"/>
                </a:lnTo>
                <a:lnTo>
                  <a:pt x="485" y="1018"/>
                </a:lnTo>
                <a:lnTo>
                  <a:pt x="5206" y="1018"/>
                </a:lnTo>
                <a:lnTo>
                  <a:pt x="5265" y="1015"/>
                </a:lnTo>
                <a:lnTo>
                  <a:pt x="5320" y="1006"/>
                </a:lnTo>
                <a:lnTo>
                  <a:pt x="5372" y="993"/>
                </a:lnTo>
                <a:lnTo>
                  <a:pt x="5419" y="974"/>
                </a:lnTo>
                <a:lnTo>
                  <a:pt x="5463" y="951"/>
                </a:lnTo>
                <a:lnTo>
                  <a:pt x="5502" y="924"/>
                </a:lnTo>
                <a:lnTo>
                  <a:pt x="5539" y="893"/>
                </a:lnTo>
                <a:lnTo>
                  <a:pt x="5570" y="859"/>
                </a:lnTo>
                <a:lnTo>
                  <a:pt x="5600" y="822"/>
                </a:lnTo>
                <a:lnTo>
                  <a:pt x="5624" y="782"/>
                </a:lnTo>
                <a:lnTo>
                  <a:pt x="5645" y="740"/>
                </a:lnTo>
                <a:lnTo>
                  <a:pt x="5662" y="696"/>
                </a:lnTo>
                <a:lnTo>
                  <a:pt x="5675" y="651"/>
                </a:lnTo>
                <a:lnTo>
                  <a:pt x="5684" y="604"/>
                </a:lnTo>
                <a:lnTo>
                  <a:pt x="5691" y="557"/>
                </a:lnTo>
                <a:lnTo>
                  <a:pt x="5693" y="509"/>
                </a:lnTo>
                <a:lnTo>
                  <a:pt x="5691" y="462"/>
                </a:lnTo>
                <a:lnTo>
                  <a:pt x="5684" y="414"/>
                </a:lnTo>
                <a:lnTo>
                  <a:pt x="5675" y="368"/>
                </a:lnTo>
                <a:lnTo>
                  <a:pt x="5662" y="322"/>
                </a:lnTo>
                <a:lnTo>
                  <a:pt x="5645" y="279"/>
                </a:lnTo>
                <a:lnTo>
                  <a:pt x="5624" y="237"/>
                </a:lnTo>
                <a:lnTo>
                  <a:pt x="5600" y="196"/>
                </a:lnTo>
                <a:lnTo>
                  <a:pt x="5571" y="159"/>
                </a:lnTo>
                <a:lnTo>
                  <a:pt x="5539" y="125"/>
                </a:lnTo>
                <a:lnTo>
                  <a:pt x="5502" y="94"/>
                </a:lnTo>
                <a:lnTo>
                  <a:pt x="5463" y="67"/>
                </a:lnTo>
                <a:lnTo>
                  <a:pt x="5419" y="44"/>
                </a:lnTo>
                <a:lnTo>
                  <a:pt x="5372" y="26"/>
                </a:lnTo>
                <a:lnTo>
                  <a:pt x="5320" y="12"/>
                </a:lnTo>
                <a:lnTo>
                  <a:pt x="5265" y="3"/>
                </a:lnTo>
                <a:lnTo>
                  <a:pt x="5206" y="0"/>
                </a:lnTo>
                <a:lnTo>
                  <a:pt x="485" y="0"/>
                </a:lnTo>
                <a:close/>
                <a:moveTo>
                  <a:pt x="1328" y="2772"/>
                </a:moveTo>
                <a:lnTo>
                  <a:pt x="1404" y="2869"/>
                </a:lnTo>
                <a:lnTo>
                  <a:pt x="1481" y="2965"/>
                </a:lnTo>
                <a:lnTo>
                  <a:pt x="1520" y="3014"/>
                </a:lnTo>
                <a:lnTo>
                  <a:pt x="1560" y="3061"/>
                </a:lnTo>
                <a:lnTo>
                  <a:pt x="1599" y="3109"/>
                </a:lnTo>
                <a:lnTo>
                  <a:pt x="1640" y="3155"/>
                </a:lnTo>
                <a:lnTo>
                  <a:pt x="1681" y="3200"/>
                </a:lnTo>
                <a:lnTo>
                  <a:pt x="1723" y="3246"/>
                </a:lnTo>
                <a:lnTo>
                  <a:pt x="1765" y="3289"/>
                </a:lnTo>
                <a:lnTo>
                  <a:pt x="1808" y="3332"/>
                </a:lnTo>
                <a:lnTo>
                  <a:pt x="1852" y="3374"/>
                </a:lnTo>
                <a:lnTo>
                  <a:pt x="1896" y="3415"/>
                </a:lnTo>
                <a:lnTo>
                  <a:pt x="1941" y="3454"/>
                </a:lnTo>
                <a:lnTo>
                  <a:pt x="1986" y="3492"/>
                </a:lnTo>
                <a:lnTo>
                  <a:pt x="2033" y="3528"/>
                </a:lnTo>
                <a:lnTo>
                  <a:pt x="2080" y="3563"/>
                </a:lnTo>
                <a:lnTo>
                  <a:pt x="2128" y="3596"/>
                </a:lnTo>
                <a:lnTo>
                  <a:pt x="2177" y="3627"/>
                </a:lnTo>
                <a:lnTo>
                  <a:pt x="2227" y="3656"/>
                </a:lnTo>
                <a:lnTo>
                  <a:pt x="2279" y="3684"/>
                </a:lnTo>
                <a:lnTo>
                  <a:pt x="2330" y="3708"/>
                </a:lnTo>
                <a:lnTo>
                  <a:pt x="2383" y="3731"/>
                </a:lnTo>
                <a:lnTo>
                  <a:pt x="2438" y="3752"/>
                </a:lnTo>
                <a:lnTo>
                  <a:pt x="2493" y="3770"/>
                </a:lnTo>
                <a:lnTo>
                  <a:pt x="2550" y="3787"/>
                </a:lnTo>
                <a:lnTo>
                  <a:pt x="2607" y="3799"/>
                </a:lnTo>
                <a:lnTo>
                  <a:pt x="2666" y="3810"/>
                </a:lnTo>
                <a:lnTo>
                  <a:pt x="2726" y="3816"/>
                </a:lnTo>
                <a:lnTo>
                  <a:pt x="2787" y="3822"/>
                </a:lnTo>
                <a:lnTo>
                  <a:pt x="2850" y="3823"/>
                </a:lnTo>
                <a:lnTo>
                  <a:pt x="2911" y="3822"/>
                </a:lnTo>
                <a:lnTo>
                  <a:pt x="2970" y="3817"/>
                </a:lnTo>
                <a:lnTo>
                  <a:pt x="3029" y="3811"/>
                </a:lnTo>
                <a:lnTo>
                  <a:pt x="3086" y="3801"/>
                </a:lnTo>
                <a:lnTo>
                  <a:pt x="3143" y="3789"/>
                </a:lnTo>
                <a:lnTo>
                  <a:pt x="3198" y="3774"/>
                </a:lnTo>
                <a:lnTo>
                  <a:pt x="3253" y="3758"/>
                </a:lnTo>
                <a:lnTo>
                  <a:pt x="3306" y="3738"/>
                </a:lnTo>
                <a:lnTo>
                  <a:pt x="3358" y="3717"/>
                </a:lnTo>
                <a:lnTo>
                  <a:pt x="3411" y="3693"/>
                </a:lnTo>
                <a:lnTo>
                  <a:pt x="3461" y="3667"/>
                </a:lnTo>
                <a:lnTo>
                  <a:pt x="3511" y="3640"/>
                </a:lnTo>
                <a:lnTo>
                  <a:pt x="3559" y="3610"/>
                </a:lnTo>
                <a:lnTo>
                  <a:pt x="3607" y="3578"/>
                </a:lnTo>
                <a:lnTo>
                  <a:pt x="3654" y="3545"/>
                </a:lnTo>
                <a:lnTo>
                  <a:pt x="3701" y="3510"/>
                </a:lnTo>
                <a:lnTo>
                  <a:pt x="3747" y="3472"/>
                </a:lnTo>
                <a:lnTo>
                  <a:pt x="3790" y="3434"/>
                </a:lnTo>
                <a:lnTo>
                  <a:pt x="3834" y="3394"/>
                </a:lnTo>
                <a:lnTo>
                  <a:pt x="3877" y="3353"/>
                </a:lnTo>
                <a:lnTo>
                  <a:pt x="3919" y="3310"/>
                </a:lnTo>
                <a:lnTo>
                  <a:pt x="3961" y="3266"/>
                </a:lnTo>
                <a:lnTo>
                  <a:pt x="4002" y="3220"/>
                </a:lnTo>
                <a:lnTo>
                  <a:pt x="4042" y="3174"/>
                </a:lnTo>
                <a:lnTo>
                  <a:pt x="4080" y="3128"/>
                </a:lnTo>
                <a:lnTo>
                  <a:pt x="4119" y="3079"/>
                </a:lnTo>
                <a:lnTo>
                  <a:pt x="4157" y="3029"/>
                </a:lnTo>
                <a:lnTo>
                  <a:pt x="4193" y="2980"/>
                </a:lnTo>
                <a:lnTo>
                  <a:pt x="4230" y="2929"/>
                </a:lnTo>
                <a:lnTo>
                  <a:pt x="4266" y="2877"/>
                </a:lnTo>
                <a:lnTo>
                  <a:pt x="4300" y="2825"/>
                </a:lnTo>
                <a:lnTo>
                  <a:pt x="4335" y="2772"/>
                </a:lnTo>
                <a:lnTo>
                  <a:pt x="1328" y="277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Freeform 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5221283" y="2275078"/>
            <a:ext cx="2294773" cy="2756759"/>
          </a:xfrm>
          <a:custGeom>
            <a:avLst/>
            <a:gdLst>
              <a:gd name="T0" fmla="*/ 0 w 10629"/>
              <a:gd name="T1" fmla="*/ 10485 h 13484"/>
              <a:gd name="T2" fmla="*/ 48 w 10629"/>
              <a:gd name="T3" fmla="*/ 13471 h 13484"/>
              <a:gd name="T4" fmla="*/ 117 w 10629"/>
              <a:gd name="T5" fmla="*/ 13479 h 13484"/>
              <a:gd name="T6" fmla="*/ 256 w 10629"/>
              <a:gd name="T7" fmla="*/ 13482 h 13484"/>
              <a:gd name="T8" fmla="*/ 547 w 10629"/>
              <a:gd name="T9" fmla="*/ 13484 h 13484"/>
              <a:gd name="T10" fmla="*/ 1075 w 10629"/>
              <a:gd name="T11" fmla="*/ 13484 h 13484"/>
              <a:gd name="T12" fmla="*/ 1652 w 10629"/>
              <a:gd name="T13" fmla="*/ 13482 h 13484"/>
              <a:gd name="T14" fmla="*/ 1796 w 10629"/>
              <a:gd name="T15" fmla="*/ 13443 h 13484"/>
              <a:gd name="T16" fmla="*/ 1908 w 10629"/>
              <a:gd name="T17" fmla="*/ 13368 h 13484"/>
              <a:gd name="T18" fmla="*/ 1987 w 10629"/>
              <a:gd name="T19" fmla="*/ 13265 h 13484"/>
              <a:gd name="T20" fmla="*/ 2035 w 10629"/>
              <a:gd name="T21" fmla="*/ 13143 h 13484"/>
              <a:gd name="T22" fmla="*/ 2052 w 10629"/>
              <a:gd name="T23" fmla="*/ 13011 h 13484"/>
              <a:gd name="T24" fmla="*/ 2036 w 10629"/>
              <a:gd name="T25" fmla="*/ 12879 h 13484"/>
              <a:gd name="T26" fmla="*/ 1988 w 10629"/>
              <a:gd name="T27" fmla="*/ 12758 h 13484"/>
              <a:gd name="T28" fmla="*/ 1909 w 10629"/>
              <a:gd name="T29" fmla="*/ 12654 h 13484"/>
              <a:gd name="T30" fmla="*/ 1797 w 10629"/>
              <a:gd name="T31" fmla="*/ 12579 h 13484"/>
              <a:gd name="T32" fmla="*/ 1652 w 10629"/>
              <a:gd name="T33" fmla="*/ 12540 h 13484"/>
              <a:gd name="T34" fmla="*/ 908 w 10629"/>
              <a:gd name="T35" fmla="*/ 10882 h 13484"/>
              <a:gd name="T36" fmla="*/ 7106 w 10629"/>
              <a:gd name="T37" fmla="*/ 4691 h 13484"/>
              <a:gd name="T38" fmla="*/ 7188 w 10629"/>
              <a:gd name="T39" fmla="*/ 5091 h 13484"/>
              <a:gd name="T40" fmla="*/ 7221 w 10629"/>
              <a:gd name="T41" fmla="*/ 5503 h 13484"/>
              <a:gd name="T42" fmla="*/ 7203 w 10629"/>
              <a:gd name="T43" fmla="*/ 5937 h 13484"/>
              <a:gd name="T44" fmla="*/ 7127 w 10629"/>
              <a:gd name="T45" fmla="*/ 6405 h 13484"/>
              <a:gd name="T46" fmla="*/ 6987 w 10629"/>
              <a:gd name="T47" fmla="*/ 6918 h 13484"/>
              <a:gd name="T48" fmla="*/ 6776 w 10629"/>
              <a:gd name="T49" fmla="*/ 7486 h 13484"/>
              <a:gd name="T50" fmla="*/ 6492 w 10629"/>
              <a:gd name="T51" fmla="*/ 8120 h 13484"/>
              <a:gd name="T52" fmla="*/ 6124 w 10629"/>
              <a:gd name="T53" fmla="*/ 8832 h 13484"/>
              <a:gd name="T54" fmla="*/ 5671 w 10629"/>
              <a:gd name="T55" fmla="*/ 9631 h 13484"/>
              <a:gd name="T56" fmla="*/ 5126 w 10629"/>
              <a:gd name="T57" fmla="*/ 10528 h 13484"/>
              <a:gd name="T58" fmla="*/ 4471 w 10629"/>
              <a:gd name="T59" fmla="*/ 12540 h 13484"/>
              <a:gd name="T60" fmla="*/ 4328 w 10629"/>
              <a:gd name="T61" fmla="*/ 12579 h 13484"/>
              <a:gd name="T62" fmla="*/ 4216 w 10629"/>
              <a:gd name="T63" fmla="*/ 12654 h 13484"/>
              <a:gd name="T64" fmla="*/ 4136 w 10629"/>
              <a:gd name="T65" fmla="*/ 12758 h 13484"/>
              <a:gd name="T66" fmla="*/ 4088 w 10629"/>
              <a:gd name="T67" fmla="*/ 12879 h 13484"/>
              <a:gd name="T68" fmla="*/ 4073 w 10629"/>
              <a:gd name="T69" fmla="*/ 13011 h 13484"/>
              <a:gd name="T70" fmla="*/ 4088 w 10629"/>
              <a:gd name="T71" fmla="*/ 13143 h 13484"/>
              <a:gd name="T72" fmla="*/ 4136 w 10629"/>
              <a:gd name="T73" fmla="*/ 13265 h 13484"/>
              <a:gd name="T74" fmla="*/ 4216 w 10629"/>
              <a:gd name="T75" fmla="*/ 13368 h 13484"/>
              <a:gd name="T76" fmla="*/ 4328 w 10629"/>
              <a:gd name="T77" fmla="*/ 13443 h 13484"/>
              <a:gd name="T78" fmla="*/ 4471 w 10629"/>
              <a:gd name="T79" fmla="*/ 13482 h 13484"/>
              <a:gd name="T80" fmla="*/ 6034 w 10629"/>
              <a:gd name="T81" fmla="*/ 10805 h 13484"/>
              <a:gd name="T82" fmla="*/ 6537 w 10629"/>
              <a:gd name="T83" fmla="*/ 9967 h 13484"/>
              <a:gd name="T84" fmla="*/ 6975 w 10629"/>
              <a:gd name="T85" fmla="*/ 9186 h 13484"/>
              <a:gd name="T86" fmla="*/ 7347 w 10629"/>
              <a:gd name="T87" fmla="*/ 8456 h 13484"/>
              <a:gd name="T88" fmla="*/ 7649 w 10629"/>
              <a:gd name="T89" fmla="*/ 7768 h 13484"/>
              <a:gd name="T90" fmla="*/ 7879 w 10629"/>
              <a:gd name="T91" fmla="*/ 7114 h 13484"/>
              <a:gd name="T92" fmla="*/ 8036 w 10629"/>
              <a:gd name="T93" fmla="*/ 6487 h 13484"/>
              <a:gd name="T94" fmla="*/ 8117 w 10629"/>
              <a:gd name="T95" fmla="*/ 5879 h 13484"/>
              <a:gd name="T96" fmla="*/ 8120 w 10629"/>
              <a:gd name="T97" fmla="*/ 5283 h 13484"/>
              <a:gd name="T98" fmla="*/ 8041 w 10629"/>
              <a:gd name="T99" fmla="*/ 4691 h 13484"/>
              <a:gd name="T100" fmla="*/ 7881 w 10629"/>
              <a:gd name="T101" fmla="*/ 4094 h 13484"/>
              <a:gd name="T102" fmla="*/ 9493 w 10629"/>
              <a:gd name="T103" fmla="*/ 1828 h 13484"/>
              <a:gd name="T104" fmla="*/ 8492 w 10629"/>
              <a:gd name="T105" fmla="*/ 773 h 13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0629" h="13484">
                <a:moveTo>
                  <a:pt x="8492" y="773"/>
                </a:moveTo>
                <a:lnTo>
                  <a:pt x="8850" y="1150"/>
                </a:lnTo>
                <a:lnTo>
                  <a:pt x="0" y="10485"/>
                </a:lnTo>
                <a:lnTo>
                  <a:pt x="0" y="13464"/>
                </a:lnTo>
                <a:lnTo>
                  <a:pt x="26" y="13468"/>
                </a:lnTo>
                <a:lnTo>
                  <a:pt x="48" y="13471"/>
                </a:lnTo>
                <a:lnTo>
                  <a:pt x="69" y="13474"/>
                </a:lnTo>
                <a:lnTo>
                  <a:pt x="91" y="13476"/>
                </a:lnTo>
                <a:lnTo>
                  <a:pt x="117" y="13479"/>
                </a:lnTo>
                <a:lnTo>
                  <a:pt x="152" y="13480"/>
                </a:lnTo>
                <a:lnTo>
                  <a:pt x="197" y="13481"/>
                </a:lnTo>
                <a:lnTo>
                  <a:pt x="256" y="13482"/>
                </a:lnTo>
                <a:lnTo>
                  <a:pt x="332" y="13483"/>
                </a:lnTo>
                <a:lnTo>
                  <a:pt x="428" y="13484"/>
                </a:lnTo>
                <a:lnTo>
                  <a:pt x="547" y="13484"/>
                </a:lnTo>
                <a:lnTo>
                  <a:pt x="693" y="13484"/>
                </a:lnTo>
                <a:lnTo>
                  <a:pt x="868" y="13484"/>
                </a:lnTo>
                <a:lnTo>
                  <a:pt x="1075" y="13484"/>
                </a:lnTo>
                <a:lnTo>
                  <a:pt x="1316" y="13484"/>
                </a:lnTo>
                <a:lnTo>
                  <a:pt x="1598" y="13484"/>
                </a:lnTo>
                <a:lnTo>
                  <a:pt x="1652" y="13482"/>
                </a:lnTo>
                <a:lnTo>
                  <a:pt x="1704" y="13473"/>
                </a:lnTo>
                <a:lnTo>
                  <a:pt x="1752" y="13461"/>
                </a:lnTo>
                <a:lnTo>
                  <a:pt x="1796" y="13443"/>
                </a:lnTo>
                <a:lnTo>
                  <a:pt x="1836" y="13422"/>
                </a:lnTo>
                <a:lnTo>
                  <a:pt x="1874" y="13397"/>
                </a:lnTo>
                <a:lnTo>
                  <a:pt x="1908" y="13368"/>
                </a:lnTo>
                <a:lnTo>
                  <a:pt x="1938" y="13336"/>
                </a:lnTo>
                <a:lnTo>
                  <a:pt x="1964" y="13302"/>
                </a:lnTo>
                <a:lnTo>
                  <a:pt x="1987" y="13265"/>
                </a:lnTo>
                <a:lnTo>
                  <a:pt x="2007" y="13226"/>
                </a:lnTo>
                <a:lnTo>
                  <a:pt x="2023" y="13185"/>
                </a:lnTo>
                <a:lnTo>
                  <a:pt x="2035" y="13143"/>
                </a:lnTo>
                <a:lnTo>
                  <a:pt x="2045" y="13099"/>
                </a:lnTo>
                <a:lnTo>
                  <a:pt x="2050" y="13056"/>
                </a:lnTo>
                <a:lnTo>
                  <a:pt x="2052" y="13011"/>
                </a:lnTo>
                <a:lnTo>
                  <a:pt x="2050" y="12966"/>
                </a:lnTo>
                <a:lnTo>
                  <a:pt x="2045" y="12923"/>
                </a:lnTo>
                <a:lnTo>
                  <a:pt x="2036" y="12879"/>
                </a:lnTo>
                <a:lnTo>
                  <a:pt x="2024" y="12837"/>
                </a:lnTo>
                <a:lnTo>
                  <a:pt x="2008" y="12796"/>
                </a:lnTo>
                <a:lnTo>
                  <a:pt x="1988" y="12758"/>
                </a:lnTo>
                <a:lnTo>
                  <a:pt x="1965" y="12720"/>
                </a:lnTo>
                <a:lnTo>
                  <a:pt x="1939" y="12686"/>
                </a:lnTo>
                <a:lnTo>
                  <a:pt x="1909" y="12654"/>
                </a:lnTo>
                <a:lnTo>
                  <a:pt x="1875" y="12625"/>
                </a:lnTo>
                <a:lnTo>
                  <a:pt x="1838" y="12600"/>
                </a:lnTo>
                <a:lnTo>
                  <a:pt x="1797" y="12579"/>
                </a:lnTo>
                <a:lnTo>
                  <a:pt x="1753" y="12561"/>
                </a:lnTo>
                <a:lnTo>
                  <a:pt x="1705" y="12549"/>
                </a:lnTo>
                <a:lnTo>
                  <a:pt x="1652" y="12540"/>
                </a:lnTo>
                <a:lnTo>
                  <a:pt x="1598" y="12538"/>
                </a:lnTo>
                <a:lnTo>
                  <a:pt x="908" y="12538"/>
                </a:lnTo>
                <a:lnTo>
                  <a:pt x="908" y="10882"/>
                </a:lnTo>
                <a:lnTo>
                  <a:pt x="7030" y="4426"/>
                </a:lnTo>
                <a:lnTo>
                  <a:pt x="7070" y="4559"/>
                </a:lnTo>
                <a:lnTo>
                  <a:pt x="7106" y="4691"/>
                </a:lnTo>
                <a:lnTo>
                  <a:pt x="7138" y="4824"/>
                </a:lnTo>
                <a:lnTo>
                  <a:pt x="7166" y="4957"/>
                </a:lnTo>
                <a:lnTo>
                  <a:pt x="7188" y="5091"/>
                </a:lnTo>
                <a:lnTo>
                  <a:pt x="7204" y="5227"/>
                </a:lnTo>
                <a:lnTo>
                  <a:pt x="7216" y="5363"/>
                </a:lnTo>
                <a:lnTo>
                  <a:pt x="7221" y="5503"/>
                </a:lnTo>
                <a:lnTo>
                  <a:pt x="7222" y="5644"/>
                </a:lnTo>
                <a:lnTo>
                  <a:pt x="7216" y="5788"/>
                </a:lnTo>
                <a:lnTo>
                  <a:pt x="7203" y="5937"/>
                </a:lnTo>
                <a:lnTo>
                  <a:pt x="7184" y="6089"/>
                </a:lnTo>
                <a:lnTo>
                  <a:pt x="7159" y="6244"/>
                </a:lnTo>
                <a:lnTo>
                  <a:pt x="7127" y="6405"/>
                </a:lnTo>
                <a:lnTo>
                  <a:pt x="7087" y="6570"/>
                </a:lnTo>
                <a:lnTo>
                  <a:pt x="7041" y="6741"/>
                </a:lnTo>
                <a:lnTo>
                  <a:pt x="6987" y="6918"/>
                </a:lnTo>
                <a:lnTo>
                  <a:pt x="6925" y="7100"/>
                </a:lnTo>
                <a:lnTo>
                  <a:pt x="6855" y="7290"/>
                </a:lnTo>
                <a:lnTo>
                  <a:pt x="6776" y="7486"/>
                </a:lnTo>
                <a:lnTo>
                  <a:pt x="6691" y="7689"/>
                </a:lnTo>
                <a:lnTo>
                  <a:pt x="6595" y="7900"/>
                </a:lnTo>
                <a:lnTo>
                  <a:pt x="6492" y="8120"/>
                </a:lnTo>
                <a:lnTo>
                  <a:pt x="6379" y="8348"/>
                </a:lnTo>
                <a:lnTo>
                  <a:pt x="6256" y="8584"/>
                </a:lnTo>
                <a:lnTo>
                  <a:pt x="6124" y="8832"/>
                </a:lnTo>
                <a:lnTo>
                  <a:pt x="5983" y="9088"/>
                </a:lnTo>
                <a:lnTo>
                  <a:pt x="5833" y="9354"/>
                </a:lnTo>
                <a:lnTo>
                  <a:pt x="5671" y="9631"/>
                </a:lnTo>
                <a:lnTo>
                  <a:pt x="5500" y="9918"/>
                </a:lnTo>
                <a:lnTo>
                  <a:pt x="5319" y="10217"/>
                </a:lnTo>
                <a:lnTo>
                  <a:pt x="5126" y="10528"/>
                </a:lnTo>
                <a:lnTo>
                  <a:pt x="5126" y="12538"/>
                </a:lnTo>
                <a:lnTo>
                  <a:pt x="4527" y="12538"/>
                </a:lnTo>
                <a:lnTo>
                  <a:pt x="4471" y="12540"/>
                </a:lnTo>
                <a:lnTo>
                  <a:pt x="4420" y="12549"/>
                </a:lnTo>
                <a:lnTo>
                  <a:pt x="4372" y="12561"/>
                </a:lnTo>
                <a:lnTo>
                  <a:pt x="4328" y="12579"/>
                </a:lnTo>
                <a:lnTo>
                  <a:pt x="4287" y="12600"/>
                </a:lnTo>
                <a:lnTo>
                  <a:pt x="4249" y="12625"/>
                </a:lnTo>
                <a:lnTo>
                  <a:pt x="4216" y="12654"/>
                </a:lnTo>
                <a:lnTo>
                  <a:pt x="4186" y="12686"/>
                </a:lnTo>
                <a:lnTo>
                  <a:pt x="4159" y="12720"/>
                </a:lnTo>
                <a:lnTo>
                  <a:pt x="4136" y="12758"/>
                </a:lnTo>
                <a:lnTo>
                  <a:pt x="4116" y="12796"/>
                </a:lnTo>
                <a:lnTo>
                  <a:pt x="4101" y="12837"/>
                </a:lnTo>
                <a:lnTo>
                  <a:pt x="4088" y="12879"/>
                </a:lnTo>
                <a:lnTo>
                  <a:pt x="4079" y="12923"/>
                </a:lnTo>
                <a:lnTo>
                  <a:pt x="4074" y="12966"/>
                </a:lnTo>
                <a:lnTo>
                  <a:pt x="4073" y="13011"/>
                </a:lnTo>
                <a:lnTo>
                  <a:pt x="4074" y="13056"/>
                </a:lnTo>
                <a:lnTo>
                  <a:pt x="4079" y="13099"/>
                </a:lnTo>
                <a:lnTo>
                  <a:pt x="4088" y="13143"/>
                </a:lnTo>
                <a:lnTo>
                  <a:pt x="4101" y="13185"/>
                </a:lnTo>
                <a:lnTo>
                  <a:pt x="4116" y="13226"/>
                </a:lnTo>
                <a:lnTo>
                  <a:pt x="4136" y="13265"/>
                </a:lnTo>
                <a:lnTo>
                  <a:pt x="4159" y="13302"/>
                </a:lnTo>
                <a:lnTo>
                  <a:pt x="4186" y="13336"/>
                </a:lnTo>
                <a:lnTo>
                  <a:pt x="4216" y="13368"/>
                </a:lnTo>
                <a:lnTo>
                  <a:pt x="4249" y="13397"/>
                </a:lnTo>
                <a:lnTo>
                  <a:pt x="4287" y="13422"/>
                </a:lnTo>
                <a:lnTo>
                  <a:pt x="4328" y="13443"/>
                </a:lnTo>
                <a:lnTo>
                  <a:pt x="4372" y="13461"/>
                </a:lnTo>
                <a:lnTo>
                  <a:pt x="4420" y="13473"/>
                </a:lnTo>
                <a:lnTo>
                  <a:pt x="4471" y="13482"/>
                </a:lnTo>
                <a:lnTo>
                  <a:pt x="4527" y="13484"/>
                </a:lnTo>
                <a:lnTo>
                  <a:pt x="6034" y="13484"/>
                </a:lnTo>
                <a:lnTo>
                  <a:pt x="6034" y="10805"/>
                </a:lnTo>
                <a:lnTo>
                  <a:pt x="6209" y="10519"/>
                </a:lnTo>
                <a:lnTo>
                  <a:pt x="6377" y="10240"/>
                </a:lnTo>
                <a:lnTo>
                  <a:pt x="6537" y="9967"/>
                </a:lnTo>
                <a:lnTo>
                  <a:pt x="6691" y="9701"/>
                </a:lnTo>
                <a:lnTo>
                  <a:pt x="6836" y="9441"/>
                </a:lnTo>
                <a:lnTo>
                  <a:pt x="6975" y="9186"/>
                </a:lnTo>
                <a:lnTo>
                  <a:pt x="7106" y="8938"/>
                </a:lnTo>
                <a:lnTo>
                  <a:pt x="7230" y="8695"/>
                </a:lnTo>
                <a:lnTo>
                  <a:pt x="7347" y="8456"/>
                </a:lnTo>
                <a:lnTo>
                  <a:pt x="7455" y="8222"/>
                </a:lnTo>
                <a:lnTo>
                  <a:pt x="7556" y="7993"/>
                </a:lnTo>
                <a:lnTo>
                  <a:pt x="7649" y="7768"/>
                </a:lnTo>
                <a:lnTo>
                  <a:pt x="7734" y="7546"/>
                </a:lnTo>
                <a:lnTo>
                  <a:pt x="7810" y="7328"/>
                </a:lnTo>
                <a:lnTo>
                  <a:pt x="7879" y="7114"/>
                </a:lnTo>
                <a:lnTo>
                  <a:pt x="7940" y="6902"/>
                </a:lnTo>
                <a:lnTo>
                  <a:pt x="7992" y="6694"/>
                </a:lnTo>
                <a:lnTo>
                  <a:pt x="8036" y="6487"/>
                </a:lnTo>
                <a:lnTo>
                  <a:pt x="8072" y="6283"/>
                </a:lnTo>
                <a:lnTo>
                  <a:pt x="8099" y="6080"/>
                </a:lnTo>
                <a:lnTo>
                  <a:pt x="8117" y="5879"/>
                </a:lnTo>
                <a:lnTo>
                  <a:pt x="8127" y="5680"/>
                </a:lnTo>
                <a:lnTo>
                  <a:pt x="8128" y="5482"/>
                </a:lnTo>
                <a:lnTo>
                  <a:pt x="8120" y="5283"/>
                </a:lnTo>
                <a:lnTo>
                  <a:pt x="8103" y="5085"/>
                </a:lnTo>
                <a:lnTo>
                  <a:pt x="8077" y="4889"/>
                </a:lnTo>
                <a:lnTo>
                  <a:pt x="8041" y="4691"/>
                </a:lnTo>
                <a:lnTo>
                  <a:pt x="7997" y="4493"/>
                </a:lnTo>
                <a:lnTo>
                  <a:pt x="7944" y="4294"/>
                </a:lnTo>
                <a:lnTo>
                  <a:pt x="7881" y="4094"/>
                </a:lnTo>
                <a:lnTo>
                  <a:pt x="7808" y="3893"/>
                </a:lnTo>
                <a:lnTo>
                  <a:pt x="7726" y="3691"/>
                </a:lnTo>
                <a:lnTo>
                  <a:pt x="9493" y="1828"/>
                </a:lnTo>
                <a:lnTo>
                  <a:pt x="9897" y="2254"/>
                </a:lnTo>
                <a:lnTo>
                  <a:pt x="10629" y="0"/>
                </a:lnTo>
                <a:lnTo>
                  <a:pt x="8492" y="77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Freeform 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4969370" y="2529856"/>
            <a:ext cx="1775176" cy="1777723"/>
          </a:xfrm>
          <a:custGeom>
            <a:avLst/>
            <a:gdLst>
              <a:gd name="T0" fmla="*/ 6084 w 8221"/>
              <a:gd name="T1" fmla="*/ 773 h 8695"/>
              <a:gd name="T2" fmla="*/ 6467 w 8221"/>
              <a:gd name="T3" fmla="*/ 1178 h 8695"/>
              <a:gd name="T4" fmla="*/ 5298 w 8221"/>
              <a:gd name="T5" fmla="*/ 2383 h 8695"/>
              <a:gd name="T6" fmla="*/ 4295 w 8221"/>
              <a:gd name="T7" fmla="*/ 3419 h 8695"/>
              <a:gd name="T8" fmla="*/ 3444 w 8221"/>
              <a:gd name="T9" fmla="*/ 4297 h 8695"/>
              <a:gd name="T10" fmla="*/ 2731 w 8221"/>
              <a:gd name="T11" fmla="*/ 5032 h 8695"/>
              <a:gd name="T12" fmla="*/ 2143 w 8221"/>
              <a:gd name="T13" fmla="*/ 5638 h 8695"/>
              <a:gd name="T14" fmla="*/ 1666 w 8221"/>
              <a:gd name="T15" fmla="*/ 6131 h 8695"/>
              <a:gd name="T16" fmla="*/ 1286 w 8221"/>
              <a:gd name="T17" fmla="*/ 6523 h 8695"/>
              <a:gd name="T18" fmla="*/ 990 w 8221"/>
              <a:gd name="T19" fmla="*/ 6828 h 8695"/>
              <a:gd name="T20" fmla="*/ 765 w 8221"/>
              <a:gd name="T21" fmla="*/ 7061 h 8695"/>
              <a:gd name="T22" fmla="*/ 596 w 8221"/>
              <a:gd name="T23" fmla="*/ 7237 h 8695"/>
              <a:gd name="T24" fmla="*/ 469 w 8221"/>
              <a:gd name="T25" fmla="*/ 7368 h 8695"/>
              <a:gd name="T26" fmla="*/ 372 w 8221"/>
              <a:gd name="T27" fmla="*/ 7470 h 8695"/>
              <a:gd name="T28" fmla="*/ 290 w 8221"/>
              <a:gd name="T29" fmla="*/ 7556 h 8695"/>
              <a:gd name="T30" fmla="*/ 210 w 8221"/>
              <a:gd name="T31" fmla="*/ 7641 h 8695"/>
              <a:gd name="T32" fmla="*/ 119 w 8221"/>
              <a:gd name="T33" fmla="*/ 7738 h 8695"/>
              <a:gd name="T34" fmla="*/ 0 w 8221"/>
              <a:gd name="T35" fmla="*/ 7861 h 8695"/>
              <a:gd name="T36" fmla="*/ 37 w 8221"/>
              <a:gd name="T37" fmla="*/ 7924 h 8695"/>
              <a:gd name="T38" fmla="*/ 70 w 8221"/>
              <a:gd name="T39" fmla="*/ 7983 h 8695"/>
              <a:gd name="T40" fmla="*/ 102 w 8221"/>
              <a:gd name="T41" fmla="*/ 8038 h 8695"/>
              <a:gd name="T42" fmla="*/ 132 w 8221"/>
              <a:gd name="T43" fmla="*/ 8090 h 8695"/>
              <a:gd name="T44" fmla="*/ 162 w 8221"/>
              <a:gd name="T45" fmla="*/ 8140 h 8695"/>
              <a:gd name="T46" fmla="*/ 190 w 8221"/>
              <a:gd name="T47" fmla="*/ 8188 h 8695"/>
              <a:gd name="T48" fmla="*/ 217 w 8221"/>
              <a:gd name="T49" fmla="*/ 8235 h 8695"/>
              <a:gd name="T50" fmla="*/ 244 w 8221"/>
              <a:gd name="T51" fmla="*/ 8280 h 8695"/>
              <a:gd name="T52" fmla="*/ 271 w 8221"/>
              <a:gd name="T53" fmla="*/ 8326 h 8695"/>
              <a:gd name="T54" fmla="*/ 300 w 8221"/>
              <a:gd name="T55" fmla="*/ 8373 h 8695"/>
              <a:gd name="T56" fmla="*/ 328 w 8221"/>
              <a:gd name="T57" fmla="*/ 8420 h 8695"/>
              <a:gd name="T58" fmla="*/ 358 w 8221"/>
              <a:gd name="T59" fmla="*/ 8470 h 8695"/>
              <a:gd name="T60" fmla="*/ 390 w 8221"/>
              <a:gd name="T61" fmla="*/ 8520 h 8695"/>
              <a:gd name="T62" fmla="*/ 422 w 8221"/>
              <a:gd name="T63" fmla="*/ 8576 h 8695"/>
              <a:gd name="T64" fmla="*/ 458 w 8221"/>
              <a:gd name="T65" fmla="*/ 8633 h 8695"/>
              <a:gd name="T66" fmla="*/ 495 w 8221"/>
              <a:gd name="T67" fmla="*/ 8695 h 8695"/>
              <a:gd name="T68" fmla="*/ 1058 w 8221"/>
              <a:gd name="T69" fmla="*/ 8101 h 8695"/>
              <a:gd name="T70" fmla="*/ 1525 w 8221"/>
              <a:gd name="T71" fmla="*/ 7608 h 8695"/>
              <a:gd name="T72" fmla="*/ 1913 w 8221"/>
              <a:gd name="T73" fmla="*/ 7198 h 8695"/>
              <a:gd name="T74" fmla="*/ 2239 w 8221"/>
              <a:gd name="T75" fmla="*/ 6855 h 8695"/>
              <a:gd name="T76" fmla="*/ 2517 w 8221"/>
              <a:gd name="T77" fmla="*/ 6562 h 8695"/>
              <a:gd name="T78" fmla="*/ 2764 w 8221"/>
              <a:gd name="T79" fmla="*/ 6302 h 8695"/>
              <a:gd name="T80" fmla="*/ 2997 w 8221"/>
              <a:gd name="T81" fmla="*/ 6059 h 8695"/>
              <a:gd name="T82" fmla="*/ 3232 w 8221"/>
              <a:gd name="T83" fmla="*/ 5816 h 8695"/>
              <a:gd name="T84" fmla="*/ 3484 w 8221"/>
              <a:gd name="T85" fmla="*/ 5556 h 8695"/>
              <a:gd name="T86" fmla="*/ 3770 w 8221"/>
              <a:gd name="T87" fmla="*/ 5262 h 8695"/>
              <a:gd name="T88" fmla="*/ 4106 w 8221"/>
              <a:gd name="T89" fmla="*/ 4918 h 8695"/>
              <a:gd name="T90" fmla="*/ 4510 w 8221"/>
              <a:gd name="T91" fmla="*/ 4507 h 8695"/>
              <a:gd name="T92" fmla="*/ 4996 w 8221"/>
              <a:gd name="T93" fmla="*/ 4011 h 8695"/>
              <a:gd name="T94" fmla="*/ 5580 w 8221"/>
              <a:gd name="T95" fmla="*/ 3415 h 8695"/>
              <a:gd name="T96" fmla="*/ 6278 w 8221"/>
              <a:gd name="T97" fmla="*/ 2702 h 8695"/>
              <a:gd name="T98" fmla="*/ 7109 w 8221"/>
              <a:gd name="T99" fmla="*/ 1855 h 8695"/>
              <a:gd name="T100" fmla="*/ 7488 w 8221"/>
              <a:gd name="T101" fmla="*/ 2254 h 8695"/>
              <a:gd name="T102" fmla="*/ 8221 w 8221"/>
              <a:gd name="T103" fmla="*/ 0 h 8695"/>
              <a:gd name="T104" fmla="*/ 6084 w 8221"/>
              <a:gd name="T105" fmla="*/ 773 h 86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221" h="8695">
                <a:moveTo>
                  <a:pt x="6084" y="773"/>
                </a:moveTo>
                <a:lnTo>
                  <a:pt x="6467" y="1178"/>
                </a:lnTo>
                <a:lnTo>
                  <a:pt x="5298" y="2383"/>
                </a:lnTo>
                <a:lnTo>
                  <a:pt x="4295" y="3419"/>
                </a:lnTo>
                <a:lnTo>
                  <a:pt x="3444" y="4297"/>
                </a:lnTo>
                <a:lnTo>
                  <a:pt x="2731" y="5032"/>
                </a:lnTo>
                <a:lnTo>
                  <a:pt x="2143" y="5638"/>
                </a:lnTo>
                <a:lnTo>
                  <a:pt x="1666" y="6131"/>
                </a:lnTo>
                <a:lnTo>
                  <a:pt x="1286" y="6523"/>
                </a:lnTo>
                <a:lnTo>
                  <a:pt x="990" y="6828"/>
                </a:lnTo>
                <a:lnTo>
                  <a:pt x="765" y="7061"/>
                </a:lnTo>
                <a:lnTo>
                  <a:pt x="596" y="7237"/>
                </a:lnTo>
                <a:lnTo>
                  <a:pt x="469" y="7368"/>
                </a:lnTo>
                <a:lnTo>
                  <a:pt x="372" y="7470"/>
                </a:lnTo>
                <a:lnTo>
                  <a:pt x="290" y="7556"/>
                </a:lnTo>
                <a:lnTo>
                  <a:pt x="210" y="7641"/>
                </a:lnTo>
                <a:lnTo>
                  <a:pt x="119" y="7738"/>
                </a:lnTo>
                <a:lnTo>
                  <a:pt x="0" y="7861"/>
                </a:lnTo>
                <a:lnTo>
                  <a:pt x="37" y="7924"/>
                </a:lnTo>
                <a:lnTo>
                  <a:pt x="70" y="7983"/>
                </a:lnTo>
                <a:lnTo>
                  <a:pt x="102" y="8038"/>
                </a:lnTo>
                <a:lnTo>
                  <a:pt x="132" y="8090"/>
                </a:lnTo>
                <a:lnTo>
                  <a:pt x="162" y="8140"/>
                </a:lnTo>
                <a:lnTo>
                  <a:pt x="190" y="8188"/>
                </a:lnTo>
                <a:lnTo>
                  <a:pt x="217" y="8235"/>
                </a:lnTo>
                <a:lnTo>
                  <a:pt x="244" y="8280"/>
                </a:lnTo>
                <a:lnTo>
                  <a:pt x="271" y="8326"/>
                </a:lnTo>
                <a:lnTo>
                  <a:pt x="300" y="8373"/>
                </a:lnTo>
                <a:lnTo>
                  <a:pt x="328" y="8420"/>
                </a:lnTo>
                <a:lnTo>
                  <a:pt x="358" y="8470"/>
                </a:lnTo>
                <a:lnTo>
                  <a:pt x="390" y="8520"/>
                </a:lnTo>
                <a:lnTo>
                  <a:pt x="422" y="8576"/>
                </a:lnTo>
                <a:lnTo>
                  <a:pt x="458" y="8633"/>
                </a:lnTo>
                <a:lnTo>
                  <a:pt x="495" y="8695"/>
                </a:lnTo>
                <a:lnTo>
                  <a:pt x="1058" y="8101"/>
                </a:lnTo>
                <a:lnTo>
                  <a:pt x="1525" y="7608"/>
                </a:lnTo>
                <a:lnTo>
                  <a:pt x="1913" y="7198"/>
                </a:lnTo>
                <a:lnTo>
                  <a:pt x="2239" y="6855"/>
                </a:lnTo>
                <a:lnTo>
                  <a:pt x="2517" y="6562"/>
                </a:lnTo>
                <a:lnTo>
                  <a:pt x="2764" y="6302"/>
                </a:lnTo>
                <a:lnTo>
                  <a:pt x="2997" y="6059"/>
                </a:lnTo>
                <a:lnTo>
                  <a:pt x="3232" y="5816"/>
                </a:lnTo>
                <a:lnTo>
                  <a:pt x="3484" y="5556"/>
                </a:lnTo>
                <a:lnTo>
                  <a:pt x="3770" y="5262"/>
                </a:lnTo>
                <a:lnTo>
                  <a:pt x="4106" y="4918"/>
                </a:lnTo>
                <a:lnTo>
                  <a:pt x="4510" y="4507"/>
                </a:lnTo>
                <a:lnTo>
                  <a:pt x="4996" y="4011"/>
                </a:lnTo>
                <a:lnTo>
                  <a:pt x="5580" y="3415"/>
                </a:lnTo>
                <a:lnTo>
                  <a:pt x="6278" y="2702"/>
                </a:lnTo>
                <a:lnTo>
                  <a:pt x="7109" y="1855"/>
                </a:lnTo>
                <a:lnTo>
                  <a:pt x="7488" y="2254"/>
                </a:lnTo>
                <a:lnTo>
                  <a:pt x="8221" y="0"/>
                </a:lnTo>
                <a:lnTo>
                  <a:pt x="6084" y="77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Freeform 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4675945" y="2379566"/>
            <a:ext cx="1646897" cy="1631726"/>
          </a:xfrm>
          <a:custGeom>
            <a:avLst/>
            <a:gdLst>
              <a:gd name="T0" fmla="*/ 6 w 7626"/>
              <a:gd name="T1" fmla="*/ 5375 h 7982"/>
              <a:gd name="T2" fmla="*/ 36 w 7626"/>
              <a:gd name="T3" fmla="*/ 5643 h 7982"/>
              <a:gd name="T4" fmla="*/ 87 w 7626"/>
              <a:gd name="T5" fmla="*/ 5917 h 7982"/>
              <a:gd name="T6" fmla="*/ 158 w 7626"/>
              <a:gd name="T7" fmla="*/ 6192 h 7982"/>
              <a:gd name="T8" fmla="*/ 243 w 7626"/>
              <a:gd name="T9" fmla="*/ 6470 h 7982"/>
              <a:gd name="T10" fmla="*/ 341 w 7626"/>
              <a:gd name="T11" fmla="*/ 6744 h 7982"/>
              <a:gd name="T12" fmla="*/ 448 w 7626"/>
              <a:gd name="T13" fmla="*/ 7014 h 7982"/>
              <a:gd name="T14" fmla="*/ 560 w 7626"/>
              <a:gd name="T15" fmla="*/ 7274 h 7982"/>
              <a:gd name="T16" fmla="*/ 750 w 7626"/>
              <a:gd name="T17" fmla="*/ 7685 h 7982"/>
              <a:gd name="T18" fmla="*/ 1025 w 7626"/>
              <a:gd name="T19" fmla="*/ 7846 h 7982"/>
              <a:gd name="T20" fmla="*/ 1296 w 7626"/>
              <a:gd name="T21" fmla="*/ 7561 h 7982"/>
              <a:gd name="T22" fmla="*/ 1586 w 7626"/>
              <a:gd name="T23" fmla="*/ 7253 h 7982"/>
              <a:gd name="T24" fmla="*/ 2149 w 7626"/>
              <a:gd name="T25" fmla="*/ 6656 h 7982"/>
              <a:gd name="T26" fmla="*/ 3236 w 7626"/>
              <a:gd name="T27" fmla="*/ 5501 h 7982"/>
              <a:gd name="T28" fmla="*/ 5100 w 7626"/>
              <a:gd name="T29" fmla="*/ 3522 h 7982"/>
              <a:gd name="T30" fmla="*/ 4107 w 7626"/>
              <a:gd name="T31" fmla="*/ 2476 h 7982"/>
              <a:gd name="T32" fmla="*/ 1060 w 7626"/>
              <a:gd name="T33" fmla="*/ 6043 h 7982"/>
              <a:gd name="T34" fmla="*/ 926 w 7626"/>
              <a:gd name="T35" fmla="*/ 5132 h 7982"/>
              <a:gd name="T36" fmla="*/ 1011 w 7626"/>
              <a:gd name="T37" fmla="*/ 4253 h 7982"/>
              <a:gd name="T38" fmla="*/ 1289 w 7626"/>
              <a:gd name="T39" fmla="*/ 3431 h 7982"/>
              <a:gd name="T40" fmla="*/ 1738 w 7626"/>
              <a:gd name="T41" fmla="*/ 2688 h 7982"/>
              <a:gd name="T42" fmla="*/ 2331 w 7626"/>
              <a:gd name="T43" fmla="*/ 2047 h 7982"/>
              <a:gd name="T44" fmla="*/ 3046 w 7626"/>
              <a:gd name="T45" fmla="*/ 1531 h 7982"/>
              <a:gd name="T46" fmla="*/ 3857 w 7626"/>
              <a:gd name="T47" fmla="*/ 1165 h 7982"/>
              <a:gd name="T48" fmla="*/ 4740 w 7626"/>
              <a:gd name="T49" fmla="*/ 969 h 7982"/>
              <a:gd name="T50" fmla="*/ 5669 w 7626"/>
              <a:gd name="T51" fmla="*/ 968 h 7982"/>
              <a:gd name="T52" fmla="*/ 6622 w 7626"/>
              <a:gd name="T53" fmla="*/ 1184 h 7982"/>
              <a:gd name="T54" fmla="*/ 7552 w 7626"/>
              <a:gd name="T55" fmla="*/ 562 h 7982"/>
              <a:gd name="T56" fmla="*/ 7330 w 7626"/>
              <a:gd name="T57" fmla="*/ 456 h 7982"/>
              <a:gd name="T58" fmla="*/ 7106 w 7626"/>
              <a:gd name="T59" fmla="*/ 361 h 7982"/>
              <a:gd name="T60" fmla="*/ 6880 w 7626"/>
              <a:gd name="T61" fmla="*/ 278 h 7982"/>
              <a:gd name="T62" fmla="*/ 6654 w 7626"/>
              <a:gd name="T63" fmla="*/ 206 h 7982"/>
              <a:gd name="T64" fmla="*/ 6428 w 7626"/>
              <a:gd name="T65" fmla="*/ 146 h 7982"/>
              <a:gd name="T66" fmla="*/ 6200 w 7626"/>
              <a:gd name="T67" fmla="*/ 96 h 7982"/>
              <a:gd name="T68" fmla="*/ 5973 w 7626"/>
              <a:gd name="T69" fmla="*/ 56 h 7982"/>
              <a:gd name="T70" fmla="*/ 5746 w 7626"/>
              <a:gd name="T71" fmla="*/ 28 h 7982"/>
              <a:gd name="T72" fmla="*/ 5520 w 7626"/>
              <a:gd name="T73" fmla="*/ 9 h 7982"/>
              <a:gd name="T74" fmla="*/ 5294 w 7626"/>
              <a:gd name="T75" fmla="*/ 0 h 7982"/>
              <a:gd name="T76" fmla="*/ 4710 w 7626"/>
              <a:gd name="T77" fmla="*/ 25 h 7982"/>
              <a:gd name="T78" fmla="*/ 3964 w 7626"/>
              <a:gd name="T79" fmla="*/ 156 h 7982"/>
              <a:gd name="T80" fmla="*/ 3250 w 7626"/>
              <a:gd name="T81" fmla="*/ 390 h 7982"/>
              <a:gd name="T82" fmla="*/ 2579 w 7626"/>
              <a:gd name="T83" fmla="*/ 722 h 7982"/>
              <a:gd name="T84" fmla="*/ 1961 w 7626"/>
              <a:gd name="T85" fmla="*/ 1145 h 7982"/>
              <a:gd name="T86" fmla="*/ 1408 w 7626"/>
              <a:gd name="T87" fmla="*/ 1651 h 7982"/>
              <a:gd name="T88" fmla="*/ 930 w 7626"/>
              <a:gd name="T89" fmla="*/ 2234 h 7982"/>
              <a:gd name="T90" fmla="*/ 540 w 7626"/>
              <a:gd name="T91" fmla="*/ 2888 h 7982"/>
              <a:gd name="T92" fmla="*/ 247 w 7626"/>
              <a:gd name="T93" fmla="*/ 3604 h 7982"/>
              <a:gd name="T94" fmla="*/ 64 w 7626"/>
              <a:gd name="T95" fmla="*/ 4378 h 7982"/>
              <a:gd name="T96" fmla="*/ 0 w 7626"/>
              <a:gd name="T97" fmla="*/ 5200 h 7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626" h="7982">
                <a:moveTo>
                  <a:pt x="0" y="5200"/>
                </a:moveTo>
                <a:lnTo>
                  <a:pt x="1" y="5287"/>
                </a:lnTo>
                <a:lnTo>
                  <a:pt x="6" y="5375"/>
                </a:lnTo>
                <a:lnTo>
                  <a:pt x="14" y="5463"/>
                </a:lnTo>
                <a:lnTo>
                  <a:pt x="23" y="5552"/>
                </a:lnTo>
                <a:lnTo>
                  <a:pt x="36" y="5643"/>
                </a:lnTo>
                <a:lnTo>
                  <a:pt x="50" y="5733"/>
                </a:lnTo>
                <a:lnTo>
                  <a:pt x="68" y="5825"/>
                </a:lnTo>
                <a:lnTo>
                  <a:pt x="87" y="5917"/>
                </a:lnTo>
                <a:lnTo>
                  <a:pt x="109" y="6008"/>
                </a:lnTo>
                <a:lnTo>
                  <a:pt x="132" y="6101"/>
                </a:lnTo>
                <a:lnTo>
                  <a:pt x="158" y="6192"/>
                </a:lnTo>
                <a:lnTo>
                  <a:pt x="184" y="6285"/>
                </a:lnTo>
                <a:lnTo>
                  <a:pt x="213" y="6378"/>
                </a:lnTo>
                <a:lnTo>
                  <a:pt x="243" y="6470"/>
                </a:lnTo>
                <a:lnTo>
                  <a:pt x="275" y="6562"/>
                </a:lnTo>
                <a:lnTo>
                  <a:pt x="308" y="6653"/>
                </a:lnTo>
                <a:lnTo>
                  <a:pt x="341" y="6744"/>
                </a:lnTo>
                <a:lnTo>
                  <a:pt x="376" y="6835"/>
                </a:lnTo>
                <a:lnTo>
                  <a:pt x="411" y="6924"/>
                </a:lnTo>
                <a:lnTo>
                  <a:pt x="448" y="7014"/>
                </a:lnTo>
                <a:lnTo>
                  <a:pt x="484" y="7101"/>
                </a:lnTo>
                <a:lnTo>
                  <a:pt x="522" y="7188"/>
                </a:lnTo>
                <a:lnTo>
                  <a:pt x="560" y="7274"/>
                </a:lnTo>
                <a:lnTo>
                  <a:pt x="597" y="7359"/>
                </a:lnTo>
                <a:lnTo>
                  <a:pt x="674" y="7525"/>
                </a:lnTo>
                <a:lnTo>
                  <a:pt x="750" y="7685"/>
                </a:lnTo>
                <a:lnTo>
                  <a:pt x="825" y="7837"/>
                </a:lnTo>
                <a:lnTo>
                  <a:pt x="897" y="7982"/>
                </a:lnTo>
                <a:lnTo>
                  <a:pt x="1025" y="7846"/>
                </a:lnTo>
                <a:lnTo>
                  <a:pt x="1129" y="7737"/>
                </a:lnTo>
                <a:lnTo>
                  <a:pt x="1216" y="7645"/>
                </a:lnTo>
                <a:lnTo>
                  <a:pt x="1296" y="7561"/>
                </a:lnTo>
                <a:lnTo>
                  <a:pt x="1378" y="7474"/>
                </a:lnTo>
                <a:lnTo>
                  <a:pt x="1472" y="7375"/>
                </a:lnTo>
                <a:lnTo>
                  <a:pt x="1586" y="7253"/>
                </a:lnTo>
                <a:lnTo>
                  <a:pt x="1732" y="7100"/>
                </a:lnTo>
                <a:lnTo>
                  <a:pt x="1916" y="6903"/>
                </a:lnTo>
                <a:lnTo>
                  <a:pt x="2149" y="6656"/>
                </a:lnTo>
                <a:lnTo>
                  <a:pt x="2441" y="6346"/>
                </a:lnTo>
                <a:lnTo>
                  <a:pt x="2800" y="5965"/>
                </a:lnTo>
                <a:lnTo>
                  <a:pt x="3236" y="5501"/>
                </a:lnTo>
                <a:lnTo>
                  <a:pt x="3759" y="4946"/>
                </a:lnTo>
                <a:lnTo>
                  <a:pt x="4377" y="4291"/>
                </a:lnTo>
                <a:lnTo>
                  <a:pt x="5100" y="3522"/>
                </a:lnTo>
                <a:lnTo>
                  <a:pt x="5510" y="3956"/>
                </a:lnTo>
                <a:lnTo>
                  <a:pt x="6244" y="1702"/>
                </a:lnTo>
                <a:lnTo>
                  <a:pt x="4107" y="2476"/>
                </a:lnTo>
                <a:lnTo>
                  <a:pt x="4457" y="2846"/>
                </a:lnTo>
                <a:lnTo>
                  <a:pt x="1157" y="6350"/>
                </a:lnTo>
                <a:lnTo>
                  <a:pt x="1060" y="6043"/>
                </a:lnTo>
                <a:lnTo>
                  <a:pt x="989" y="5738"/>
                </a:lnTo>
                <a:lnTo>
                  <a:pt x="945" y="5433"/>
                </a:lnTo>
                <a:lnTo>
                  <a:pt x="926" y="5132"/>
                </a:lnTo>
                <a:lnTo>
                  <a:pt x="931" y="4835"/>
                </a:lnTo>
                <a:lnTo>
                  <a:pt x="960" y="4541"/>
                </a:lnTo>
                <a:lnTo>
                  <a:pt x="1011" y="4253"/>
                </a:lnTo>
                <a:lnTo>
                  <a:pt x="1083" y="3972"/>
                </a:lnTo>
                <a:lnTo>
                  <a:pt x="1176" y="3698"/>
                </a:lnTo>
                <a:lnTo>
                  <a:pt x="1289" y="3431"/>
                </a:lnTo>
                <a:lnTo>
                  <a:pt x="1421" y="3174"/>
                </a:lnTo>
                <a:lnTo>
                  <a:pt x="1571" y="2925"/>
                </a:lnTo>
                <a:lnTo>
                  <a:pt x="1738" y="2688"/>
                </a:lnTo>
                <a:lnTo>
                  <a:pt x="1921" y="2462"/>
                </a:lnTo>
                <a:lnTo>
                  <a:pt x="2119" y="2247"/>
                </a:lnTo>
                <a:lnTo>
                  <a:pt x="2331" y="2047"/>
                </a:lnTo>
                <a:lnTo>
                  <a:pt x="2557" y="1860"/>
                </a:lnTo>
                <a:lnTo>
                  <a:pt x="2796" y="1688"/>
                </a:lnTo>
                <a:lnTo>
                  <a:pt x="3046" y="1531"/>
                </a:lnTo>
                <a:lnTo>
                  <a:pt x="3308" y="1392"/>
                </a:lnTo>
                <a:lnTo>
                  <a:pt x="3577" y="1268"/>
                </a:lnTo>
                <a:lnTo>
                  <a:pt x="3857" y="1165"/>
                </a:lnTo>
                <a:lnTo>
                  <a:pt x="4145" y="1080"/>
                </a:lnTo>
                <a:lnTo>
                  <a:pt x="4439" y="1013"/>
                </a:lnTo>
                <a:lnTo>
                  <a:pt x="4740" y="969"/>
                </a:lnTo>
                <a:lnTo>
                  <a:pt x="5046" y="946"/>
                </a:lnTo>
                <a:lnTo>
                  <a:pt x="5356" y="945"/>
                </a:lnTo>
                <a:lnTo>
                  <a:pt x="5669" y="968"/>
                </a:lnTo>
                <a:lnTo>
                  <a:pt x="5986" y="1014"/>
                </a:lnTo>
                <a:lnTo>
                  <a:pt x="6303" y="1087"/>
                </a:lnTo>
                <a:lnTo>
                  <a:pt x="6622" y="1184"/>
                </a:lnTo>
                <a:lnTo>
                  <a:pt x="6940" y="1309"/>
                </a:lnTo>
                <a:lnTo>
                  <a:pt x="7626" y="599"/>
                </a:lnTo>
                <a:lnTo>
                  <a:pt x="7552" y="562"/>
                </a:lnTo>
                <a:lnTo>
                  <a:pt x="7478" y="525"/>
                </a:lnTo>
                <a:lnTo>
                  <a:pt x="7404" y="490"/>
                </a:lnTo>
                <a:lnTo>
                  <a:pt x="7330" y="456"/>
                </a:lnTo>
                <a:lnTo>
                  <a:pt x="7255" y="423"/>
                </a:lnTo>
                <a:lnTo>
                  <a:pt x="7180" y="392"/>
                </a:lnTo>
                <a:lnTo>
                  <a:pt x="7106" y="361"/>
                </a:lnTo>
                <a:lnTo>
                  <a:pt x="7030" y="332"/>
                </a:lnTo>
                <a:lnTo>
                  <a:pt x="6955" y="305"/>
                </a:lnTo>
                <a:lnTo>
                  <a:pt x="6880" y="278"/>
                </a:lnTo>
                <a:lnTo>
                  <a:pt x="6804" y="253"/>
                </a:lnTo>
                <a:lnTo>
                  <a:pt x="6729" y="230"/>
                </a:lnTo>
                <a:lnTo>
                  <a:pt x="6654" y="206"/>
                </a:lnTo>
                <a:lnTo>
                  <a:pt x="6578" y="186"/>
                </a:lnTo>
                <a:lnTo>
                  <a:pt x="6503" y="165"/>
                </a:lnTo>
                <a:lnTo>
                  <a:pt x="6428" y="146"/>
                </a:lnTo>
                <a:lnTo>
                  <a:pt x="6351" y="128"/>
                </a:lnTo>
                <a:lnTo>
                  <a:pt x="6276" y="112"/>
                </a:lnTo>
                <a:lnTo>
                  <a:pt x="6200" y="96"/>
                </a:lnTo>
                <a:lnTo>
                  <a:pt x="6124" y="82"/>
                </a:lnTo>
                <a:lnTo>
                  <a:pt x="6049" y="69"/>
                </a:lnTo>
                <a:lnTo>
                  <a:pt x="5973" y="56"/>
                </a:lnTo>
                <a:lnTo>
                  <a:pt x="5897" y="45"/>
                </a:lnTo>
                <a:lnTo>
                  <a:pt x="5821" y="35"/>
                </a:lnTo>
                <a:lnTo>
                  <a:pt x="5746" y="28"/>
                </a:lnTo>
                <a:lnTo>
                  <a:pt x="5670" y="20"/>
                </a:lnTo>
                <a:lnTo>
                  <a:pt x="5595" y="13"/>
                </a:lnTo>
                <a:lnTo>
                  <a:pt x="5520" y="9"/>
                </a:lnTo>
                <a:lnTo>
                  <a:pt x="5444" y="4"/>
                </a:lnTo>
                <a:lnTo>
                  <a:pt x="5369" y="2"/>
                </a:lnTo>
                <a:lnTo>
                  <a:pt x="5294" y="0"/>
                </a:lnTo>
                <a:lnTo>
                  <a:pt x="5218" y="0"/>
                </a:lnTo>
                <a:lnTo>
                  <a:pt x="4963" y="7"/>
                </a:lnTo>
                <a:lnTo>
                  <a:pt x="4710" y="25"/>
                </a:lnTo>
                <a:lnTo>
                  <a:pt x="4459" y="56"/>
                </a:lnTo>
                <a:lnTo>
                  <a:pt x="4209" y="101"/>
                </a:lnTo>
                <a:lnTo>
                  <a:pt x="3964" y="156"/>
                </a:lnTo>
                <a:lnTo>
                  <a:pt x="3722" y="222"/>
                </a:lnTo>
                <a:lnTo>
                  <a:pt x="3484" y="300"/>
                </a:lnTo>
                <a:lnTo>
                  <a:pt x="3250" y="390"/>
                </a:lnTo>
                <a:lnTo>
                  <a:pt x="3021" y="490"/>
                </a:lnTo>
                <a:lnTo>
                  <a:pt x="2797" y="601"/>
                </a:lnTo>
                <a:lnTo>
                  <a:pt x="2579" y="722"/>
                </a:lnTo>
                <a:lnTo>
                  <a:pt x="2367" y="853"/>
                </a:lnTo>
                <a:lnTo>
                  <a:pt x="2161" y="993"/>
                </a:lnTo>
                <a:lnTo>
                  <a:pt x="1961" y="1145"/>
                </a:lnTo>
                <a:lnTo>
                  <a:pt x="1769" y="1305"/>
                </a:lnTo>
                <a:lnTo>
                  <a:pt x="1584" y="1474"/>
                </a:lnTo>
                <a:lnTo>
                  <a:pt x="1408" y="1651"/>
                </a:lnTo>
                <a:lnTo>
                  <a:pt x="1240" y="1837"/>
                </a:lnTo>
                <a:lnTo>
                  <a:pt x="1081" y="2032"/>
                </a:lnTo>
                <a:lnTo>
                  <a:pt x="930" y="2234"/>
                </a:lnTo>
                <a:lnTo>
                  <a:pt x="790" y="2445"/>
                </a:lnTo>
                <a:lnTo>
                  <a:pt x="660" y="2662"/>
                </a:lnTo>
                <a:lnTo>
                  <a:pt x="540" y="2888"/>
                </a:lnTo>
                <a:lnTo>
                  <a:pt x="431" y="3121"/>
                </a:lnTo>
                <a:lnTo>
                  <a:pt x="334" y="3359"/>
                </a:lnTo>
                <a:lnTo>
                  <a:pt x="247" y="3604"/>
                </a:lnTo>
                <a:lnTo>
                  <a:pt x="174" y="3857"/>
                </a:lnTo>
                <a:lnTo>
                  <a:pt x="112" y="4114"/>
                </a:lnTo>
                <a:lnTo>
                  <a:pt x="64" y="4378"/>
                </a:lnTo>
                <a:lnTo>
                  <a:pt x="28" y="4647"/>
                </a:lnTo>
                <a:lnTo>
                  <a:pt x="7" y="4921"/>
                </a:lnTo>
                <a:lnTo>
                  <a:pt x="0" y="5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0951" tIns="30475" rIns="60951" bIns="30475" numCol="1" anchor="t" anchorCtr="0" compatLnSpc="1"/>
          <a:lstStyle/>
          <a:p>
            <a:endParaRPr lang="ru-RU" sz="120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3" name="Прямая соединительная линия 1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CxnSpPr>
            <a:stCxn id="3" idx="6"/>
          </p:cNvCxnSpPr>
          <p:nvPr/>
        </p:nvCxnSpPr>
        <p:spPr>
          <a:xfrm>
            <a:off x="4185183" y="2759858"/>
            <a:ext cx="75879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CxnSpPr>
            <a:stCxn id="42" idx="6"/>
          </p:cNvCxnSpPr>
          <p:nvPr/>
        </p:nvCxnSpPr>
        <p:spPr>
          <a:xfrm flipV="1">
            <a:off x="4185182" y="4122630"/>
            <a:ext cx="793332" cy="31624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CxnSpPr>
            <a:endCxn id="53" idx="2"/>
          </p:cNvCxnSpPr>
          <p:nvPr/>
        </p:nvCxnSpPr>
        <p:spPr>
          <a:xfrm flipV="1">
            <a:off x="6908246" y="3758205"/>
            <a:ext cx="1046018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CxnSpPr/>
          <p:nvPr/>
        </p:nvCxnSpPr>
        <p:spPr>
          <a:xfrm>
            <a:off x="6322842" y="5442962"/>
            <a:ext cx="175306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Овал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3679009" y="2506771"/>
            <a:ext cx="506173" cy="50617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2" name="Овал 4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3679009" y="4185788"/>
            <a:ext cx="506173" cy="50617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4" name="Freeform 3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3813704" y="2647246"/>
            <a:ext cx="242961" cy="241714"/>
          </a:xfrm>
          <a:custGeom>
            <a:avLst/>
            <a:gdLst>
              <a:gd name="T0" fmla="*/ 558 w 584"/>
              <a:gd name="T1" fmla="*/ 23 h 584"/>
              <a:gd name="T2" fmla="*/ 545 w 584"/>
              <a:gd name="T3" fmla="*/ 29 h 584"/>
              <a:gd name="T4" fmla="*/ 472 w 584"/>
              <a:gd name="T5" fmla="*/ 62 h 584"/>
              <a:gd name="T6" fmla="*/ 425 w 584"/>
              <a:gd name="T7" fmla="*/ 33 h 584"/>
              <a:gd name="T8" fmla="*/ 373 w 584"/>
              <a:gd name="T9" fmla="*/ 12 h 584"/>
              <a:gd name="T10" fmla="*/ 319 w 584"/>
              <a:gd name="T11" fmla="*/ 1 h 584"/>
              <a:gd name="T12" fmla="*/ 262 w 584"/>
              <a:gd name="T13" fmla="*/ 2 h 584"/>
              <a:gd name="T14" fmla="*/ 206 w 584"/>
              <a:gd name="T15" fmla="*/ 13 h 584"/>
              <a:gd name="T16" fmla="*/ 152 w 584"/>
              <a:gd name="T17" fmla="*/ 35 h 584"/>
              <a:gd name="T18" fmla="*/ 105 w 584"/>
              <a:gd name="T19" fmla="*/ 67 h 584"/>
              <a:gd name="T20" fmla="*/ 67 w 584"/>
              <a:gd name="T21" fmla="*/ 106 h 584"/>
              <a:gd name="T22" fmla="*/ 35 w 584"/>
              <a:gd name="T23" fmla="*/ 153 h 584"/>
              <a:gd name="T24" fmla="*/ 13 w 584"/>
              <a:gd name="T25" fmla="*/ 206 h 584"/>
              <a:gd name="T26" fmla="*/ 1 w 584"/>
              <a:gd name="T27" fmla="*/ 263 h 584"/>
              <a:gd name="T28" fmla="*/ 1 w 584"/>
              <a:gd name="T29" fmla="*/ 322 h 584"/>
              <a:gd name="T30" fmla="*/ 13 w 584"/>
              <a:gd name="T31" fmla="*/ 378 h 584"/>
              <a:gd name="T32" fmla="*/ 35 w 584"/>
              <a:gd name="T33" fmla="*/ 432 h 584"/>
              <a:gd name="T34" fmla="*/ 67 w 584"/>
              <a:gd name="T35" fmla="*/ 478 h 584"/>
              <a:gd name="T36" fmla="*/ 105 w 584"/>
              <a:gd name="T37" fmla="*/ 517 h 584"/>
              <a:gd name="T38" fmla="*/ 152 w 584"/>
              <a:gd name="T39" fmla="*/ 548 h 584"/>
              <a:gd name="T40" fmla="*/ 206 w 584"/>
              <a:gd name="T41" fmla="*/ 571 h 584"/>
              <a:gd name="T42" fmla="*/ 262 w 584"/>
              <a:gd name="T43" fmla="*/ 583 h 584"/>
              <a:gd name="T44" fmla="*/ 324 w 584"/>
              <a:gd name="T45" fmla="*/ 583 h 584"/>
              <a:gd name="T46" fmla="*/ 386 w 584"/>
              <a:gd name="T47" fmla="*/ 569 h 584"/>
              <a:gd name="T48" fmla="*/ 445 w 584"/>
              <a:gd name="T49" fmla="*/ 542 h 584"/>
              <a:gd name="T50" fmla="*/ 494 w 584"/>
              <a:gd name="T51" fmla="*/ 503 h 584"/>
              <a:gd name="T52" fmla="*/ 519 w 584"/>
              <a:gd name="T53" fmla="*/ 471 h 584"/>
              <a:gd name="T54" fmla="*/ 459 w 584"/>
              <a:gd name="T55" fmla="*/ 408 h 584"/>
              <a:gd name="T56" fmla="*/ 438 w 584"/>
              <a:gd name="T57" fmla="*/ 420 h 584"/>
              <a:gd name="T58" fmla="*/ 406 w 584"/>
              <a:gd name="T59" fmla="*/ 450 h 584"/>
              <a:gd name="T60" fmla="*/ 367 w 584"/>
              <a:gd name="T61" fmla="*/ 472 h 584"/>
              <a:gd name="T62" fmla="*/ 325 w 584"/>
              <a:gd name="T63" fmla="*/ 485 h 584"/>
              <a:gd name="T64" fmla="*/ 272 w 584"/>
              <a:gd name="T65" fmla="*/ 486 h 584"/>
              <a:gd name="T66" fmla="*/ 198 w 584"/>
              <a:gd name="T67" fmla="*/ 463 h 584"/>
              <a:gd name="T68" fmla="*/ 141 w 584"/>
              <a:gd name="T69" fmla="*/ 417 h 584"/>
              <a:gd name="T70" fmla="*/ 105 w 584"/>
              <a:gd name="T71" fmla="*/ 350 h 584"/>
              <a:gd name="T72" fmla="*/ 98 w 584"/>
              <a:gd name="T73" fmla="*/ 273 h 584"/>
              <a:gd name="T74" fmla="*/ 121 w 584"/>
              <a:gd name="T75" fmla="*/ 199 h 584"/>
              <a:gd name="T76" fmla="*/ 167 w 584"/>
              <a:gd name="T77" fmla="*/ 142 h 584"/>
              <a:gd name="T78" fmla="*/ 234 w 584"/>
              <a:gd name="T79" fmla="*/ 106 h 584"/>
              <a:gd name="T80" fmla="*/ 311 w 584"/>
              <a:gd name="T81" fmla="*/ 98 h 584"/>
              <a:gd name="T82" fmla="*/ 379 w 584"/>
              <a:gd name="T83" fmla="*/ 117 h 584"/>
              <a:gd name="T84" fmla="*/ 372 w 584"/>
              <a:gd name="T85" fmla="*/ 202 h 584"/>
              <a:gd name="T86" fmla="*/ 365 w 584"/>
              <a:gd name="T87" fmla="*/ 215 h 584"/>
              <a:gd name="T88" fmla="*/ 367 w 584"/>
              <a:gd name="T89" fmla="*/ 229 h 584"/>
              <a:gd name="T90" fmla="*/ 388 w 584"/>
              <a:gd name="T91" fmla="*/ 244 h 584"/>
              <a:gd name="T92" fmla="*/ 573 w 584"/>
              <a:gd name="T93" fmla="*/ 239 h 584"/>
              <a:gd name="T94" fmla="*/ 583 w 584"/>
              <a:gd name="T95" fmla="*/ 224 h 584"/>
              <a:gd name="T96" fmla="*/ 580 w 584"/>
              <a:gd name="T97" fmla="*/ 35 h 5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584" h="584">
                <a:moveTo>
                  <a:pt x="569" y="26"/>
                </a:moveTo>
                <a:lnTo>
                  <a:pt x="564" y="25"/>
                </a:lnTo>
                <a:lnTo>
                  <a:pt x="561" y="25"/>
                </a:lnTo>
                <a:lnTo>
                  <a:pt x="558" y="23"/>
                </a:lnTo>
                <a:lnTo>
                  <a:pt x="555" y="25"/>
                </a:lnTo>
                <a:lnTo>
                  <a:pt x="552" y="26"/>
                </a:lnTo>
                <a:lnTo>
                  <a:pt x="548" y="27"/>
                </a:lnTo>
                <a:lnTo>
                  <a:pt x="545" y="29"/>
                </a:lnTo>
                <a:lnTo>
                  <a:pt x="542" y="31"/>
                </a:lnTo>
                <a:lnTo>
                  <a:pt x="493" y="81"/>
                </a:lnTo>
                <a:lnTo>
                  <a:pt x="482" y="71"/>
                </a:lnTo>
                <a:lnTo>
                  <a:pt x="472" y="62"/>
                </a:lnTo>
                <a:lnTo>
                  <a:pt x="461" y="54"/>
                </a:lnTo>
                <a:lnTo>
                  <a:pt x="449" y="46"/>
                </a:lnTo>
                <a:lnTo>
                  <a:pt x="437" y="40"/>
                </a:lnTo>
                <a:lnTo>
                  <a:pt x="425" y="33"/>
                </a:lnTo>
                <a:lnTo>
                  <a:pt x="412" y="27"/>
                </a:lnTo>
                <a:lnTo>
                  <a:pt x="399" y="21"/>
                </a:lnTo>
                <a:lnTo>
                  <a:pt x="386" y="16"/>
                </a:lnTo>
                <a:lnTo>
                  <a:pt x="373" y="12"/>
                </a:lnTo>
                <a:lnTo>
                  <a:pt x="360" y="8"/>
                </a:lnTo>
                <a:lnTo>
                  <a:pt x="346" y="5"/>
                </a:lnTo>
                <a:lnTo>
                  <a:pt x="333" y="3"/>
                </a:lnTo>
                <a:lnTo>
                  <a:pt x="319" y="1"/>
                </a:lnTo>
                <a:lnTo>
                  <a:pt x="305" y="0"/>
                </a:lnTo>
                <a:lnTo>
                  <a:pt x="291" y="0"/>
                </a:lnTo>
                <a:lnTo>
                  <a:pt x="277" y="1"/>
                </a:lnTo>
                <a:lnTo>
                  <a:pt x="262" y="2"/>
                </a:lnTo>
                <a:lnTo>
                  <a:pt x="248" y="3"/>
                </a:lnTo>
                <a:lnTo>
                  <a:pt x="233" y="6"/>
                </a:lnTo>
                <a:lnTo>
                  <a:pt x="219" y="9"/>
                </a:lnTo>
                <a:lnTo>
                  <a:pt x="206" y="13"/>
                </a:lnTo>
                <a:lnTo>
                  <a:pt x="192" y="18"/>
                </a:lnTo>
                <a:lnTo>
                  <a:pt x="178" y="23"/>
                </a:lnTo>
                <a:lnTo>
                  <a:pt x="165" y="29"/>
                </a:lnTo>
                <a:lnTo>
                  <a:pt x="152" y="35"/>
                </a:lnTo>
                <a:lnTo>
                  <a:pt x="140" y="43"/>
                </a:lnTo>
                <a:lnTo>
                  <a:pt x="128" y="50"/>
                </a:lnTo>
                <a:lnTo>
                  <a:pt x="116" y="58"/>
                </a:lnTo>
                <a:lnTo>
                  <a:pt x="105" y="67"/>
                </a:lnTo>
                <a:lnTo>
                  <a:pt x="95" y="76"/>
                </a:lnTo>
                <a:lnTo>
                  <a:pt x="85" y="85"/>
                </a:lnTo>
                <a:lnTo>
                  <a:pt x="75" y="96"/>
                </a:lnTo>
                <a:lnTo>
                  <a:pt x="67" y="106"/>
                </a:lnTo>
                <a:lnTo>
                  <a:pt x="58" y="117"/>
                </a:lnTo>
                <a:lnTo>
                  <a:pt x="49" y="128"/>
                </a:lnTo>
                <a:lnTo>
                  <a:pt x="42" y="140"/>
                </a:lnTo>
                <a:lnTo>
                  <a:pt x="35" y="153"/>
                </a:lnTo>
                <a:lnTo>
                  <a:pt x="29" y="165"/>
                </a:lnTo>
                <a:lnTo>
                  <a:pt x="22" y="179"/>
                </a:lnTo>
                <a:lnTo>
                  <a:pt x="17" y="192"/>
                </a:lnTo>
                <a:lnTo>
                  <a:pt x="13" y="206"/>
                </a:lnTo>
                <a:lnTo>
                  <a:pt x="8" y="220"/>
                </a:lnTo>
                <a:lnTo>
                  <a:pt x="5" y="234"/>
                </a:lnTo>
                <a:lnTo>
                  <a:pt x="3" y="248"/>
                </a:lnTo>
                <a:lnTo>
                  <a:pt x="1" y="263"/>
                </a:lnTo>
                <a:lnTo>
                  <a:pt x="0" y="277"/>
                </a:lnTo>
                <a:lnTo>
                  <a:pt x="0" y="292"/>
                </a:lnTo>
                <a:lnTo>
                  <a:pt x="0" y="306"/>
                </a:lnTo>
                <a:lnTo>
                  <a:pt x="1" y="322"/>
                </a:lnTo>
                <a:lnTo>
                  <a:pt x="3" y="336"/>
                </a:lnTo>
                <a:lnTo>
                  <a:pt x="5" y="351"/>
                </a:lnTo>
                <a:lnTo>
                  <a:pt x="8" y="365"/>
                </a:lnTo>
                <a:lnTo>
                  <a:pt x="13" y="378"/>
                </a:lnTo>
                <a:lnTo>
                  <a:pt x="17" y="392"/>
                </a:lnTo>
                <a:lnTo>
                  <a:pt x="22" y="406"/>
                </a:lnTo>
                <a:lnTo>
                  <a:pt x="29" y="419"/>
                </a:lnTo>
                <a:lnTo>
                  <a:pt x="35" y="432"/>
                </a:lnTo>
                <a:lnTo>
                  <a:pt x="42" y="444"/>
                </a:lnTo>
                <a:lnTo>
                  <a:pt x="49" y="455"/>
                </a:lnTo>
                <a:lnTo>
                  <a:pt x="58" y="467"/>
                </a:lnTo>
                <a:lnTo>
                  <a:pt x="67" y="478"/>
                </a:lnTo>
                <a:lnTo>
                  <a:pt x="75" y="489"/>
                </a:lnTo>
                <a:lnTo>
                  <a:pt x="85" y="499"/>
                </a:lnTo>
                <a:lnTo>
                  <a:pt x="95" y="508"/>
                </a:lnTo>
                <a:lnTo>
                  <a:pt x="105" y="517"/>
                </a:lnTo>
                <a:lnTo>
                  <a:pt x="116" y="526"/>
                </a:lnTo>
                <a:lnTo>
                  <a:pt x="128" y="534"/>
                </a:lnTo>
                <a:lnTo>
                  <a:pt x="140" y="542"/>
                </a:lnTo>
                <a:lnTo>
                  <a:pt x="152" y="548"/>
                </a:lnTo>
                <a:lnTo>
                  <a:pt x="165" y="555"/>
                </a:lnTo>
                <a:lnTo>
                  <a:pt x="178" y="561"/>
                </a:lnTo>
                <a:lnTo>
                  <a:pt x="192" y="567"/>
                </a:lnTo>
                <a:lnTo>
                  <a:pt x="206" y="571"/>
                </a:lnTo>
                <a:lnTo>
                  <a:pt x="219" y="575"/>
                </a:lnTo>
                <a:lnTo>
                  <a:pt x="233" y="578"/>
                </a:lnTo>
                <a:lnTo>
                  <a:pt x="248" y="581"/>
                </a:lnTo>
                <a:lnTo>
                  <a:pt x="262" y="583"/>
                </a:lnTo>
                <a:lnTo>
                  <a:pt x="277" y="584"/>
                </a:lnTo>
                <a:lnTo>
                  <a:pt x="291" y="584"/>
                </a:lnTo>
                <a:lnTo>
                  <a:pt x="307" y="584"/>
                </a:lnTo>
                <a:lnTo>
                  <a:pt x="324" y="583"/>
                </a:lnTo>
                <a:lnTo>
                  <a:pt x="340" y="581"/>
                </a:lnTo>
                <a:lnTo>
                  <a:pt x="355" y="577"/>
                </a:lnTo>
                <a:lnTo>
                  <a:pt x="371" y="573"/>
                </a:lnTo>
                <a:lnTo>
                  <a:pt x="386" y="569"/>
                </a:lnTo>
                <a:lnTo>
                  <a:pt x="401" y="563"/>
                </a:lnTo>
                <a:lnTo>
                  <a:pt x="415" y="557"/>
                </a:lnTo>
                <a:lnTo>
                  <a:pt x="431" y="549"/>
                </a:lnTo>
                <a:lnTo>
                  <a:pt x="445" y="542"/>
                </a:lnTo>
                <a:lnTo>
                  <a:pt x="458" y="533"/>
                </a:lnTo>
                <a:lnTo>
                  <a:pt x="471" y="523"/>
                </a:lnTo>
                <a:lnTo>
                  <a:pt x="482" y="514"/>
                </a:lnTo>
                <a:lnTo>
                  <a:pt x="494" y="503"/>
                </a:lnTo>
                <a:lnTo>
                  <a:pt x="506" y="491"/>
                </a:lnTo>
                <a:lnTo>
                  <a:pt x="516" y="479"/>
                </a:lnTo>
                <a:lnTo>
                  <a:pt x="518" y="475"/>
                </a:lnTo>
                <a:lnTo>
                  <a:pt x="519" y="471"/>
                </a:lnTo>
                <a:lnTo>
                  <a:pt x="518" y="466"/>
                </a:lnTo>
                <a:lnTo>
                  <a:pt x="516" y="463"/>
                </a:lnTo>
                <a:lnTo>
                  <a:pt x="463" y="410"/>
                </a:lnTo>
                <a:lnTo>
                  <a:pt x="459" y="408"/>
                </a:lnTo>
                <a:lnTo>
                  <a:pt x="454" y="407"/>
                </a:lnTo>
                <a:lnTo>
                  <a:pt x="449" y="408"/>
                </a:lnTo>
                <a:lnTo>
                  <a:pt x="446" y="411"/>
                </a:lnTo>
                <a:lnTo>
                  <a:pt x="438" y="420"/>
                </a:lnTo>
                <a:lnTo>
                  <a:pt x="431" y="428"/>
                </a:lnTo>
                <a:lnTo>
                  <a:pt x="423" y="436"/>
                </a:lnTo>
                <a:lnTo>
                  <a:pt x="414" y="444"/>
                </a:lnTo>
                <a:lnTo>
                  <a:pt x="406" y="450"/>
                </a:lnTo>
                <a:lnTo>
                  <a:pt x="396" y="456"/>
                </a:lnTo>
                <a:lnTo>
                  <a:pt x="387" y="462"/>
                </a:lnTo>
                <a:lnTo>
                  <a:pt x="377" y="467"/>
                </a:lnTo>
                <a:lnTo>
                  <a:pt x="367" y="472"/>
                </a:lnTo>
                <a:lnTo>
                  <a:pt x="357" y="476"/>
                </a:lnTo>
                <a:lnTo>
                  <a:pt x="346" y="479"/>
                </a:lnTo>
                <a:lnTo>
                  <a:pt x="336" y="482"/>
                </a:lnTo>
                <a:lnTo>
                  <a:pt x="325" y="485"/>
                </a:lnTo>
                <a:lnTo>
                  <a:pt x="314" y="486"/>
                </a:lnTo>
                <a:lnTo>
                  <a:pt x="303" y="487"/>
                </a:lnTo>
                <a:lnTo>
                  <a:pt x="291" y="487"/>
                </a:lnTo>
                <a:lnTo>
                  <a:pt x="272" y="486"/>
                </a:lnTo>
                <a:lnTo>
                  <a:pt x="252" y="483"/>
                </a:lnTo>
                <a:lnTo>
                  <a:pt x="234" y="478"/>
                </a:lnTo>
                <a:lnTo>
                  <a:pt x="216" y="472"/>
                </a:lnTo>
                <a:lnTo>
                  <a:pt x="198" y="463"/>
                </a:lnTo>
                <a:lnTo>
                  <a:pt x="182" y="453"/>
                </a:lnTo>
                <a:lnTo>
                  <a:pt x="167" y="442"/>
                </a:lnTo>
                <a:lnTo>
                  <a:pt x="154" y="429"/>
                </a:lnTo>
                <a:lnTo>
                  <a:pt x="141" y="417"/>
                </a:lnTo>
                <a:lnTo>
                  <a:pt x="130" y="401"/>
                </a:lnTo>
                <a:lnTo>
                  <a:pt x="121" y="385"/>
                </a:lnTo>
                <a:lnTo>
                  <a:pt x="112" y="368"/>
                </a:lnTo>
                <a:lnTo>
                  <a:pt x="105" y="350"/>
                </a:lnTo>
                <a:lnTo>
                  <a:pt x="100" y="331"/>
                </a:lnTo>
                <a:lnTo>
                  <a:pt x="98" y="312"/>
                </a:lnTo>
                <a:lnTo>
                  <a:pt x="97" y="292"/>
                </a:lnTo>
                <a:lnTo>
                  <a:pt x="98" y="273"/>
                </a:lnTo>
                <a:lnTo>
                  <a:pt x="100" y="253"/>
                </a:lnTo>
                <a:lnTo>
                  <a:pt x="105" y="235"/>
                </a:lnTo>
                <a:lnTo>
                  <a:pt x="112" y="217"/>
                </a:lnTo>
                <a:lnTo>
                  <a:pt x="121" y="199"/>
                </a:lnTo>
                <a:lnTo>
                  <a:pt x="130" y="183"/>
                </a:lnTo>
                <a:lnTo>
                  <a:pt x="141" y="168"/>
                </a:lnTo>
                <a:lnTo>
                  <a:pt x="154" y="154"/>
                </a:lnTo>
                <a:lnTo>
                  <a:pt x="167" y="142"/>
                </a:lnTo>
                <a:lnTo>
                  <a:pt x="182" y="130"/>
                </a:lnTo>
                <a:lnTo>
                  <a:pt x="198" y="121"/>
                </a:lnTo>
                <a:lnTo>
                  <a:pt x="216" y="113"/>
                </a:lnTo>
                <a:lnTo>
                  <a:pt x="234" y="106"/>
                </a:lnTo>
                <a:lnTo>
                  <a:pt x="252" y="101"/>
                </a:lnTo>
                <a:lnTo>
                  <a:pt x="272" y="98"/>
                </a:lnTo>
                <a:lnTo>
                  <a:pt x="291" y="97"/>
                </a:lnTo>
                <a:lnTo>
                  <a:pt x="311" y="98"/>
                </a:lnTo>
                <a:lnTo>
                  <a:pt x="328" y="100"/>
                </a:lnTo>
                <a:lnTo>
                  <a:pt x="346" y="104"/>
                </a:lnTo>
                <a:lnTo>
                  <a:pt x="363" y="110"/>
                </a:lnTo>
                <a:lnTo>
                  <a:pt x="379" y="117"/>
                </a:lnTo>
                <a:lnTo>
                  <a:pt x="395" y="127"/>
                </a:lnTo>
                <a:lnTo>
                  <a:pt x="410" y="137"/>
                </a:lnTo>
                <a:lnTo>
                  <a:pt x="424" y="150"/>
                </a:lnTo>
                <a:lnTo>
                  <a:pt x="372" y="202"/>
                </a:lnTo>
                <a:lnTo>
                  <a:pt x="369" y="205"/>
                </a:lnTo>
                <a:lnTo>
                  <a:pt x="367" y="208"/>
                </a:lnTo>
                <a:lnTo>
                  <a:pt x="366" y="211"/>
                </a:lnTo>
                <a:lnTo>
                  <a:pt x="365" y="215"/>
                </a:lnTo>
                <a:lnTo>
                  <a:pt x="364" y="218"/>
                </a:lnTo>
                <a:lnTo>
                  <a:pt x="365" y="221"/>
                </a:lnTo>
                <a:lnTo>
                  <a:pt x="365" y="224"/>
                </a:lnTo>
                <a:lnTo>
                  <a:pt x="367" y="229"/>
                </a:lnTo>
                <a:lnTo>
                  <a:pt x="370" y="235"/>
                </a:lnTo>
                <a:lnTo>
                  <a:pt x="375" y="239"/>
                </a:lnTo>
                <a:lnTo>
                  <a:pt x="382" y="243"/>
                </a:lnTo>
                <a:lnTo>
                  <a:pt x="388" y="244"/>
                </a:lnTo>
                <a:lnTo>
                  <a:pt x="559" y="244"/>
                </a:lnTo>
                <a:lnTo>
                  <a:pt x="564" y="243"/>
                </a:lnTo>
                <a:lnTo>
                  <a:pt x="569" y="242"/>
                </a:lnTo>
                <a:lnTo>
                  <a:pt x="573" y="239"/>
                </a:lnTo>
                <a:lnTo>
                  <a:pt x="576" y="236"/>
                </a:lnTo>
                <a:lnTo>
                  <a:pt x="580" y="232"/>
                </a:lnTo>
                <a:lnTo>
                  <a:pt x="582" y="229"/>
                </a:lnTo>
                <a:lnTo>
                  <a:pt x="583" y="224"/>
                </a:lnTo>
                <a:lnTo>
                  <a:pt x="584" y="219"/>
                </a:lnTo>
                <a:lnTo>
                  <a:pt x="584" y="48"/>
                </a:lnTo>
                <a:lnTo>
                  <a:pt x="583" y="41"/>
                </a:lnTo>
                <a:lnTo>
                  <a:pt x="580" y="35"/>
                </a:lnTo>
                <a:lnTo>
                  <a:pt x="575" y="30"/>
                </a:lnTo>
                <a:lnTo>
                  <a:pt x="569" y="2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121901" tIns="60951" rIns="121901" bIns="60951" numCol="1" anchor="t" anchorCtr="0" compatLnSpc="1"/>
          <a:lstStyle/>
          <a:p>
            <a:endParaRPr lang="ru-RU" sz="120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7" name="Freeform 3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3841115" y="4345428"/>
            <a:ext cx="188139" cy="186892"/>
          </a:xfrm>
          <a:custGeom>
            <a:avLst/>
            <a:gdLst>
              <a:gd name="T0" fmla="*/ 441 w 452"/>
              <a:gd name="T1" fmla="*/ 114 h 452"/>
              <a:gd name="T2" fmla="*/ 449 w 452"/>
              <a:gd name="T3" fmla="*/ 102 h 452"/>
              <a:gd name="T4" fmla="*/ 452 w 452"/>
              <a:gd name="T5" fmla="*/ 88 h 452"/>
              <a:gd name="T6" fmla="*/ 449 w 452"/>
              <a:gd name="T7" fmla="*/ 74 h 452"/>
              <a:gd name="T8" fmla="*/ 441 w 452"/>
              <a:gd name="T9" fmla="*/ 62 h 452"/>
              <a:gd name="T10" fmla="*/ 383 w 452"/>
              <a:gd name="T11" fmla="*/ 6 h 452"/>
              <a:gd name="T12" fmla="*/ 371 w 452"/>
              <a:gd name="T13" fmla="*/ 1 h 452"/>
              <a:gd name="T14" fmla="*/ 356 w 452"/>
              <a:gd name="T15" fmla="*/ 1 h 452"/>
              <a:gd name="T16" fmla="*/ 344 w 452"/>
              <a:gd name="T17" fmla="*/ 6 h 452"/>
              <a:gd name="T18" fmla="*/ 226 w 452"/>
              <a:gd name="T19" fmla="*/ 123 h 452"/>
              <a:gd name="T20" fmla="*/ 108 w 452"/>
              <a:gd name="T21" fmla="*/ 6 h 452"/>
              <a:gd name="T22" fmla="*/ 95 w 452"/>
              <a:gd name="T23" fmla="*/ 1 h 452"/>
              <a:gd name="T24" fmla="*/ 81 w 452"/>
              <a:gd name="T25" fmla="*/ 1 h 452"/>
              <a:gd name="T26" fmla="*/ 68 w 452"/>
              <a:gd name="T27" fmla="*/ 6 h 452"/>
              <a:gd name="T28" fmla="*/ 10 w 452"/>
              <a:gd name="T29" fmla="*/ 62 h 452"/>
              <a:gd name="T30" fmla="*/ 2 w 452"/>
              <a:gd name="T31" fmla="*/ 74 h 452"/>
              <a:gd name="T32" fmla="*/ 0 w 452"/>
              <a:gd name="T33" fmla="*/ 88 h 452"/>
              <a:gd name="T34" fmla="*/ 2 w 452"/>
              <a:gd name="T35" fmla="*/ 102 h 452"/>
              <a:gd name="T36" fmla="*/ 10 w 452"/>
              <a:gd name="T37" fmla="*/ 114 h 452"/>
              <a:gd name="T38" fmla="*/ 10 w 452"/>
              <a:gd name="T39" fmla="*/ 338 h 452"/>
              <a:gd name="T40" fmla="*/ 2 w 452"/>
              <a:gd name="T41" fmla="*/ 349 h 452"/>
              <a:gd name="T42" fmla="*/ 0 w 452"/>
              <a:gd name="T43" fmla="*/ 363 h 452"/>
              <a:gd name="T44" fmla="*/ 2 w 452"/>
              <a:gd name="T45" fmla="*/ 378 h 452"/>
              <a:gd name="T46" fmla="*/ 10 w 452"/>
              <a:gd name="T47" fmla="*/ 389 h 452"/>
              <a:gd name="T48" fmla="*/ 68 w 452"/>
              <a:gd name="T49" fmla="*/ 447 h 452"/>
              <a:gd name="T50" fmla="*/ 81 w 452"/>
              <a:gd name="T51" fmla="*/ 451 h 452"/>
              <a:gd name="T52" fmla="*/ 95 w 452"/>
              <a:gd name="T53" fmla="*/ 451 h 452"/>
              <a:gd name="T54" fmla="*/ 108 w 452"/>
              <a:gd name="T55" fmla="*/ 447 h 452"/>
              <a:gd name="T56" fmla="*/ 226 w 452"/>
              <a:gd name="T57" fmla="*/ 330 h 452"/>
              <a:gd name="T58" fmla="*/ 344 w 452"/>
              <a:gd name="T59" fmla="*/ 447 h 452"/>
              <a:gd name="T60" fmla="*/ 356 w 452"/>
              <a:gd name="T61" fmla="*/ 451 h 452"/>
              <a:gd name="T62" fmla="*/ 371 w 452"/>
              <a:gd name="T63" fmla="*/ 451 h 452"/>
              <a:gd name="T64" fmla="*/ 383 w 452"/>
              <a:gd name="T65" fmla="*/ 447 h 452"/>
              <a:gd name="T66" fmla="*/ 441 w 452"/>
              <a:gd name="T67" fmla="*/ 389 h 452"/>
              <a:gd name="T68" fmla="*/ 449 w 452"/>
              <a:gd name="T69" fmla="*/ 378 h 452"/>
              <a:gd name="T70" fmla="*/ 452 w 452"/>
              <a:gd name="T71" fmla="*/ 363 h 452"/>
              <a:gd name="T72" fmla="*/ 449 w 452"/>
              <a:gd name="T73" fmla="*/ 349 h 452"/>
              <a:gd name="T74" fmla="*/ 441 w 452"/>
              <a:gd name="T75" fmla="*/ 338 h 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52" h="452">
                <a:moveTo>
                  <a:pt x="329" y="226"/>
                </a:moveTo>
                <a:lnTo>
                  <a:pt x="441" y="114"/>
                </a:lnTo>
                <a:lnTo>
                  <a:pt x="446" y="109"/>
                </a:lnTo>
                <a:lnTo>
                  <a:pt x="449" y="102"/>
                </a:lnTo>
                <a:lnTo>
                  <a:pt x="450" y="96"/>
                </a:lnTo>
                <a:lnTo>
                  <a:pt x="452" y="88"/>
                </a:lnTo>
                <a:lnTo>
                  <a:pt x="450" y="81"/>
                </a:lnTo>
                <a:lnTo>
                  <a:pt x="449" y="74"/>
                </a:lnTo>
                <a:lnTo>
                  <a:pt x="446" y="68"/>
                </a:lnTo>
                <a:lnTo>
                  <a:pt x="441" y="62"/>
                </a:lnTo>
                <a:lnTo>
                  <a:pt x="389" y="10"/>
                </a:lnTo>
                <a:lnTo>
                  <a:pt x="383" y="6"/>
                </a:lnTo>
                <a:lnTo>
                  <a:pt x="377" y="3"/>
                </a:lnTo>
                <a:lnTo>
                  <a:pt x="371" y="1"/>
                </a:lnTo>
                <a:lnTo>
                  <a:pt x="363" y="0"/>
                </a:lnTo>
                <a:lnTo>
                  <a:pt x="356" y="1"/>
                </a:lnTo>
                <a:lnTo>
                  <a:pt x="349" y="3"/>
                </a:lnTo>
                <a:lnTo>
                  <a:pt x="344" y="6"/>
                </a:lnTo>
                <a:lnTo>
                  <a:pt x="337" y="10"/>
                </a:lnTo>
                <a:lnTo>
                  <a:pt x="226" y="123"/>
                </a:lnTo>
                <a:lnTo>
                  <a:pt x="113" y="10"/>
                </a:lnTo>
                <a:lnTo>
                  <a:pt x="108" y="6"/>
                </a:lnTo>
                <a:lnTo>
                  <a:pt x="102" y="3"/>
                </a:lnTo>
                <a:lnTo>
                  <a:pt x="95" y="1"/>
                </a:lnTo>
                <a:lnTo>
                  <a:pt x="88" y="0"/>
                </a:lnTo>
                <a:lnTo>
                  <a:pt x="81" y="1"/>
                </a:lnTo>
                <a:lnTo>
                  <a:pt x="74" y="3"/>
                </a:lnTo>
                <a:lnTo>
                  <a:pt x="68" y="6"/>
                </a:lnTo>
                <a:lnTo>
                  <a:pt x="62" y="10"/>
                </a:lnTo>
                <a:lnTo>
                  <a:pt x="10" y="62"/>
                </a:lnTo>
                <a:lnTo>
                  <a:pt x="5" y="68"/>
                </a:lnTo>
                <a:lnTo>
                  <a:pt x="2" y="74"/>
                </a:lnTo>
                <a:lnTo>
                  <a:pt x="0" y="81"/>
                </a:lnTo>
                <a:lnTo>
                  <a:pt x="0" y="88"/>
                </a:lnTo>
                <a:lnTo>
                  <a:pt x="0" y="96"/>
                </a:lnTo>
                <a:lnTo>
                  <a:pt x="2" y="102"/>
                </a:lnTo>
                <a:lnTo>
                  <a:pt x="5" y="109"/>
                </a:lnTo>
                <a:lnTo>
                  <a:pt x="10" y="114"/>
                </a:lnTo>
                <a:lnTo>
                  <a:pt x="122" y="226"/>
                </a:lnTo>
                <a:lnTo>
                  <a:pt x="10" y="338"/>
                </a:lnTo>
                <a:lnTo>
                  <a:pt x="5" y="344"/>
                </a:lnTo>
                <a:lnTo>
                  <a:pt x="2" y="349"/>
                </a:lnTo>
                <a:lnTo>
                  <a:pt x="0" y="357"/>
                </a:lnTo>
                <a:lnTo>
                  <a:pt x="0" y="363"/>
                </a:lnTo>
                <a:lnTo>
                  <a:pt x="0" y="371"/>
                </a:lnTo>
                <a:lnTo>
                  <a:pt x="2" y="378"/>
                </a:lnTo>
                <a:lnTo>
                  <a:pt x="5" y="384"/>
                </a:lnTo>
                <a:lnTo>
                  <a:pt x="10" y="389"/>
                </a:lnTo>
                <a:lnTo>
                  <a:pt x="62" y="441"/>
                </a:lnTo>
                <a:lnTo>
                  <a:pt x="68" y="447"/>
                </a:lnTo>
                <a:lnTo>
                  <a:pt x="74" y="450"/>
                </a:lnTo>
                <a:lnTo>
                  <a:pt x="81" y="451"/>
                </a:lnTo>
                <a:lnTo>
                  <a:pt x="88" y="452"/>
                </a:lnTo>
                <a:lnTo>
                  <a:pt x="95" y="451"/>
                </a:lnTo>
                <a:lnTo>
                  <a:pt x="102" y="450"/>
                </a:lnTo>
                <a:lnTo>
                  <a:pt x="108" y="447"/>
                </a:lnTo>
                <a:lnTo>
                  <a:pt x="113" y="441"/>
                </a:lnTo>
                <a:lnTo>
                  <a:pt x="226" y="330"/>
                </a:lnTo>
                <a:lnTo>
                  <a:pt x="337" y="441"/>
                </a:lnTo>
                <a:lnTo>
                  <a:pt x="344" y="447"/>
                </a:lnTo>
                <a:lnTo>
                  <a:pt x="349" y="450"/>
                </a:lnTo>
                <a:lnTo>
                  <a:pt x="356" y="451"/>
                </a:lnTo>
                <a:lnTo>
                  <a:pt x="363" y="452"/>
                </a:lnTo>
                <a:lnTo>
                  <a:pt x="371" y="451"/>
                </a:lnTo>
                <a:lnTo>
                  <a:pt x="377" y="450"/>
                </a:lnTo>
                <a:lnTo>
                  <a:pt x="383" y="447"/>
                </a:lnTo>
                <a:lnTo>
                  <a:pt x="389" y="441"/>
                </a:lnTo>
                <a:lnTo>
                  <a:pt x="441" y="389"/>
                </a:lnTo>
                <a:lnTo>
                  <a:pt x="446" y="384"/>
                </a:lnTo>
                <a:lnTo>
                  <a:pt x="449" y="378"/>
                </a:lnTo>
                <a:lnTo>
                  <a:pt x="450" y="371"/>
                </a:lnTo>
                <a:lnTo>
                  <a:pt x="452" y="363"/>
                </a:lnTo>
                <a:lnTo>
                  <a:pt x="450" y="357"/>
                </a:lnTo>
                <a:lnTo>
                  <a:pt x="449" y="349"/>
                </a:lnTo>
                <a:lnTo>
                  <a:pt x="446" y="344"/>
                </a:lnTo>
                <a:lnTo>
                  <a:pt x="441" y="338"/>
                </a:lnTo>
                <a:lnTo>
                  <a:pt x="329" y="226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121901" tIns="60951" rIns="121901" bIns="60951" numCol="1" anchor="t" anchorCtr="0" compatLnSpc="1"/>
          <a:lstStyle/>
          <a:p>
            <a:endParaRPr lang="ru-RU" sz="120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9" name="Прямоугольник 4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2230504" y="2233627"/>
            <a:ext cx="1361398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双边冷启动</a:t>
            </a:r>
            <a:endParaRPr lang="ru-RU" sz="1335" b="1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0" name="TextBox 4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930483" y="2457368"/>
            <a:ext cx="2661419" cy="732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11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高风险。用保卫处存量无主物品给供给侧播种；只在一个高密度校园上线，不做全城铺开。</a:t>
            </a:r>
          </a:p>
        </p:txBody>
      </p:sp>
      <p:sp>
        <p:nvSpPr>
          <p:cNvPr id="51" name="Прямоугольник 5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2230504" y="3919089"/>
            <a:ext cx="1361398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假认领欺诈</a:t>
            </a:r>
            <a:endParaRPr lang="ru-RU" sz="1335" b="1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2" name="TextBox 5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930483" y="4142830"/>
            <a:ext cx="2661419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115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中风险。大模型验证提问加认领审计日志；高价值品类在有人值守的保卫点交接并核验证件。</a:t>
            </a:r>
          </a:p>
        </p:txBody>
      </p:sp>
      <p:sp>
        <p:nvSpPr>
          <p:cNvPr id="53" name="Овал 5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7954264" y="3505119"/>
            <a:ext cx="506173" cy="50617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8" name="Freeform 14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 bwMode="auto">
          <a:xfrm>
            <a:off x="8075902" y="3631805"/>
            <a:ext cx="262896" cy="251682"/>
          </a:xfrm>
          <a:custGeom>
            <a:avLst/>
            <a:gdLst>
              <a:gd name="T0" fmla="*/ 633 w 633"/>
              <a:gd name="T1" fmla="*/ 231 h 604"/>
              <a:gd name="T2" fmla="*/ 629 w 633"/>
              <a:gd name="T3" fmla="*/ 225 h 604"/>
              <a:gd name="T4" fmla="*/ 624 w 633"/>
              <a:gd name="T5" fmla="*/ 220 h 604"/>
              <a:gd name="T6" fmla="*/ 617 w 633"/>
              <a:gd name="T7" fmla="*/ 218 h 604"/>
              <a:gd name="T8" fmla="*/ 420 w 633"/>
              <a:gd name="T9" fmla="*/ 189 h 604"/>
              <a:gd name="T10" fmla="*/ 330 w 633"/>
              <a:gd name="T11" fmla="*/ 9 h 604"/>
              <a:gd name="T12" fmla="*/ 322 w 633"/>
              <a:gd name="T13" fmla="*/ 1 h 604"/>
              <a:gd name="T14" fmla="*/ 311 w 633"/>
              <a:gd name="T15" fmla="*/ 1 h 604"/>
              <a:gd name="T16" fmla="*/ 301 w 633"/>
              <a:gd name="T17" fmla="*/ 9 h 604"/>
              <a:gd name="T18" fmla="*/ 212 w 633"/>
              <a:gd name="T19" fmla="*/ 189 h 604"/>
              <a:gd name="T20" fmla="*/ 16 w 633"/>
              <a:gd name="T21" fmla="*/ 218 h 604"/>
              <a:gd name="T22" fmla="*/ 7 w 633"/>
              <a:gd name="T23" fmla="*/ 220 h 604"/>
              <a:gd name="T24" fmla="*/ 2 w 633"/>
              <a:gd name="T25" fmla="*/ 225 h 604"/>
              <a:gd name="T26" fmla="*/ 0 w 633"/>
              <a:gd name="T27" fmla="*/ 231 h 604"/>
              <a:gd name="T28" fmla="*/ 0 w 633"/>
              <a:gd name="T29" fmla="*/ 239 h 604"/>
              <a:gd name="T30" fmla="*/ 5 w 633"/>
              <a:gd name="T31" fmla="*/ 247 h 604"/>
              <a:gd name="T32" fmla="*/ 148 w 633"/>
              <a:gd name="T33" fmla="*/ 388 h 604"/>
              <a:gd name="T34" fmla="*/ 114 w 633"/>
              <a:gd name="T35" fmla="*/ 582 h 604"/>
              <a:gd name="T36" fmla="*/ 114 w 633"/>
              <a:gd name="T37" fmla="*/ 588 h 604"/>
              <a:gd name="T38" fmla="*/ 116 w 633"/>
              <a:gd name="T39" fmla="*/ 596 h 604"/>
              <a:gd name="T40" fmla="*/ 120 w 633"/>
              <a:gd name="T41" fmla="*/ 600 h 604"/>
              <a:gd name="T42" fmla="*/ 126 w 633"/>
              <a:gd name="T43" fmla="*/ 604 h 604"/>
              <a:gd name="T44" fmla="*/ 137 w 633"/>
              <a:gd name="T45" fmla="*/ 603 h 604"/>
              <a:gd name="T46" fmla="*/ 316 w 633"/>
              <a:gd name="T47" fmla="*/ 510 h 604"/>
              <a:gd name="T48" fmla="*/ 494 w 633"/>
              <a:gd name="T49" fmla="*/ 603 h 604"/>
              <a:gd name="T50" fmla="*/ 505 w 633"/>
              <a:gd name="T51" fmla="*/ 604 h 604"/>
              <a:gd name="T52" fmla="*/ 512 w 633"/>
              <a:gd name="T53" fmla="*/ 600 h 604"/>
              <a:gd name="T54" fmla="*/ 515 w 633"/>
              <a:gd name="T55" fmla="*/ 596 h 604"/>
              <a:gd name="T56" fmla="*/ 517 w 633"/>
              <a:gd name="T57" fmla="*/ 588 h 604"/>
              <a:gd name="T58" fmla="*/ 517 w 633"/>
              <a:gd name="T59" fmla="*/ 581 h 604"/>
              <a:gd name="T60" fmla="*/ 485 w 633"/>
              <a:gd name="T61" fmla="*/ 388 h 604"/>
              <a:gd name="T62" fmla="*/ 627 w 633"/>
              <a:gd name="T63" fmla="*/ 247 h 604"/>
              <a:gd name="T64" fmla="*/ 632 w 633"/>
              <a:gd name="T65" fmla="*/ 239 h 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33" h="604">
                <a:moveTo>
                  <a:pt x="633" y="234"/>
                </a:moveTo>
                <a:lnTo>
                  <a:pt x="633" y="231"/>
                </a:lnTo>
                <a:lnTo>
                  <a:pt x="632" y="228"/>
                </a:lnTo>
                <a:lnTo>
                  <a:pt x="629" y="225"/>
                </a:lnTo>
                <a:lnTo>
                  <a:pt x="627" y="222"/>
                </a:lnTo>
                <a:lnTo>
                  <a:pt x="624" y="220"/>
                </a:lnTo>
                <a:lnTo>
                  <a:pt x="621" y="219"/>
                </a:lnTo>
                <a:lnTo>
                  <a:pt x="617" y="218"/>
                </a:lnTo>
                <a:lnTo>
                  <a:pt x="611" y="217"/>
                </a:lnTo>
                <a:lnTo>
                  <a:pt x="420" y="189"/>
                </a:lnTo>
                <a:lnTo>
                  <a:pt x="335" y="16"/>
                </a:lnTo>
                <a:lnTo>
                  <a:pt x="330" y="9"/>
                </a:lnTo>
                <a:lnTo>
                  <a:pt x="326" y="4"/>
                </a:lnTo>
                <a:lnTo>
                  <a:pt x="322" y="1"/>
                </a:lnTo>
                <a:lnTo>
                  <a:pt x="316" y="0"/>
                </a:lnTo>
                <a:lnTo>
                  <a:pt x="311" y="1"/>
                </a:lnTo>
                <a:lnTo>
                  <a:pt x="305" y="4"/>
                </a:lnTo>
                <a:lnTo>
                  <a:pt x="301" y="9"/>
                </a:lnTo>
                <a:lnTo>
                  <a:pt x="297" y="16"/>
                </a:lnTo>
                <a:lnTo>
                  <a:pt x="212" y="189"/>
                </a:lnTo>
                <a:lnTo>
                  <a:pt x="20" y="217"/>
                </a:lnTo>
                <a:lnTo>
                  <a:pt x="16" y="218"/>
                </a:lnTo>
                <a:lnTo>
                  <a:pt x="12" y="219"/>
                </a:lnTo>
                <a:lnTo>
                  <a:pt x="7" y="220"/>
                </a:lnTo>
                <a:lnTo>
                  <a:pt x="5" y="222"/>
                </a:lnTo>
                <a:lnTo>
                  <a:pt x="2" y="225"/>
                </a:lnTo>
                <a:lnTo>
                  <a:pt x="1" y="228"/>
                </a:lnTo>
                <a:lnTo>
                  <a:pt x="0" y="231"/>
                </a:lnTo>
                <a:lnTo>
                  <a:pt x="0" y="234"/>
                </a:lnTo>
                <a:lnTo>
                  <a:pt x="0" y="239"/>
                </a:lnTo>
                <a:lnTo>
                  <a:pt x="2" y="243"/>
                </a:lnTo>
                <a:lnTo>
                  <a:pt x="5" y="247"/>
                </a:lnTo>
                <a:lnTo>
                  <a:pt x="8" y="253"/>
                </a:lnTo>
                <a:lnTo>
                  <a:pt x="148" y="388"/>
                </a:lnTo>
                <a:lnTo>
                  <a:pt x="114" y="578"/>
                </a:lnTo>
                <a:lnTo>
                  <a:pt x="114" y="582"/>
                </a:lnTo>
                <a:lnTo>
                  <a:pt x="114" y="585"/>
                </a:lnTo>
                <a:lnTo>
                  <a:pt x="114" y="588"/>
                </a:lnTo>
                <a:lnTo>
                  <a:pt x="115" y="593"/>
                </a:lnTo>
                <a:lnTo>
                  <a:pt x="116" y="596"/>
                </a:lnTo>
                <a:lnTo>
                  <a:pt x="118" y="598"/>
                </a:lnTo>
                <a:lnTo>
                  <a:pt x="120" y="600"/>
                </a:lnTo>
                <a:lnTo>
                  <a:pt x="123" y="603"/>
                </a:lnTo>
                <a:lnTo>
                  <a:pt x="126" y="604"/>
                </a:lnTo>
                <a:lnTo>
                  <a:pt x="129" y="604"/>
                </a:lnTo>
                <a:lnTo>
                  <a:pt x="137" y="603"/>
                </a:lnTo>
                <a:lnTo>
                  <a:pt x="146" y="599"/>
                </a:lnTo>
                <a:lnTo>
                  <a:pt x="316" y="510"/>
                </a:lnTo>
                <a:lnTo>
                  <a:pt x="487" y="599"/>
                </a:lnTo>
                <a:lnTo>
                  <a:pt x="494" y="603"/>
                </a:lnTo>
                <a:lnTo>
                  <a:pt x="502" y="604"/>
                </a:lnTo>
                <a:lnTo>
                  <a:pt x="505" y="604"/>
                </a:lnTo>
                <a:lnTo>
                  <a:pt x="509" y="603"/>
                </a:lnTo>
                <a:lnTo>
                  <a:pt x="512" y="600"/>
                </a:lnTo>
                <a:lnTo>
                  <a:pt x="514" y="598"/>
                </a:lnTo>
                <a:lnTo>
                  <a:pt x="515" y="596"/>
                </a:lnTo>
                <a:lnTo>
                  <a:pt x="517" y="593"/>
                </a:lnTo>
                <a:lnTo>
                  <a:pt x="517" y="588"/>
                </a:lnTo>
                <a:lnTo>
                  <a:pt x="517" y="585"/>
                </a:lnTo>
                <a:lnTo>
                  <a:pt x="517" y="581"/>
                </a:lnTo>
                <a:lnTo>
                  <a:pt x="517" y="578"/>
                </a:lnTo>
                <a:lnTo>
                  <a:pt x="485" y="388"/>
                </a:lnTo>
                <a:lnTo>
                  <a:pt x="623" y="253"/>
                </a:lnTo>
                <a:lnTo>
                  <a:pt x="627" y="247"/>
                </a:lnTo>
                <a:lnTo>
                  <a:pt x="631" y="243"/>
                </a:lnTo>
                <a:lnTo>
                  <a:pt x="632" y="239"/>
                </a:lnTo>
                <a:lnTo>
                  <a:pt x="633" y="23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121901" tIns="60951" rIns="121901" bIns="60951" numCol="1" anchor="t" anchorCtr="0" compatLnSpc="1"/>
          <a:lstStyle/>
          <a:p>
            <a:endParaRPr lang="ru-RU" sz="120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9" name="Прямоугольник 5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8600099" y="3238509"/>
            <a:ext cx="1361398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赏金滥用</a:t>
            </a:r>
            <a:endParaRPr lang="ru-RU" sz="1335" b="1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0" name="TextBox 59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8600099" y="3462250"/>
            <a:ext cx="2661419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5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中风险。赏金由主人固定并托管，谈判筹码不存在；异常检测盯住反复“捡到”高价值物品的账号。</a:t>
            </a:r>
          </a:p>
        </p:txBody>
      </p:sp>
      <p:sp>
        <p:nvSpPr>
          <p:cNvPr id="61" name="Прямоугольник 6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8600099" y="4923971"/>
            <a:ext cx="1361398" cy="297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隐私合规</a:t>
            </a:r>
            <a:endParaRPr lang="ru-RU" sz="1335" b="1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2" name="TextBox 6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8600099" y="5147712"/>
            <a:ext cx="2661419" cy="79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15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中风险。数据最小化、位置模糊到区域级、记录自动过期、一键删除，按 GDPR 对齐设计。</a:t>
            </a:r>
          </a:p>
        </p:txBody>
      </p:sp>
      <p:sp>
        <p:nvSpPr>
          <p:cNvPr id="54" name="Овал 5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7954264" y="5184136"/>
            <a:ext cx="506173" cy="50617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1" name="Freeform 88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EditPoints="1"/>
          </p:cNvSpPr>
          <p:nvPr/>
        </p:nvSpPr>
        <p:spPr bwMode="auto">
          <a:xfrm>
            <a:off x="8060625" y="5312692"/>
            <a:ext cx="277410" cy="277410"/>
          </a:xfrm>
          <a:custGeom>
            <a:avLst/>
            <a:gdLst>
              <a:gd name="T0" fmla="*/ 613 w 622"/>
              <a:gd name="T1" fmla="*/ 1 h 621"/>
              <a:gd name="T2" fmla="*/ 609 w 622"/>
              <a:gd name="T3" fmla="*/ 0 h 621"/>
              <a:gd name="T4" fmla="*/ 561 w 622"/>
              <a:gd name="T5" fmla="*/ 1 h 621"/>
              <a:gd name="T6" fmla="*/ 518 w 622"/>
              <a:gd name="T7" fmla="*/ 6 h 621"/>
              <a:gd name="T8" fmla="*/ 479 w 622"/>
              <a:gd name="T9" fmla="*/ 15 h 621"/>
              <a:gd name="T10" fmla="*/ 444 w 622"/>
              <a:gd name="T11" fmla="*/ 27 h 621"/>
              <a:gd name="T12" fmla="*/ 412 w 622"/>
              <a:gd name="T13" fmla="*/ 43 h 621"/>
              <a:gd name="T14" fmla="*/ 378 w 622"/>
              <a:gd name="T15" fmla="*/ 64 h 621"/>
              <a:gd name="T16" fmla="*/ 344 w 622"/>
              <a:gd name="T17" fmla="*/ 91 h 621"/>
              <a:gd name="T18" fmla="*/ 308 w 622"/>
              <a:gd name="T19" fmla="*/ 125 h 621"/>
              <a:gd name="T20" fmla="*/ 276 w 622"/>
              <a:gd name="T21" fmla="*/ 158 h 621"/>
              <a:gd name="T22" fmla="*/ 241 w 622"/>
              <a:gd name="T23" fmla="*/ 198 h 621"/>
              <a:gd name="T24" fmla="*/ 95 w 622"/>
              <a:gd name="T25" fmla="*/ 207 h 621"/>
              <a:gd name="T26" fmla="*/ 89 w 622"/>
              <a:gd name="T27" fmla="*/ 210 h 621"/>
              <a:gd name="T28" fmla="*/ 2 w 622"/>
              <a:gd name="T29" fmla="*/ 358 h 621"/>
              <a:gd name="T30" fmla="*/ 0 w 622"/>
              <a:gd name="T31" fmla="*/ 365 h 621"/>
              <a:gd name="T32" fmla="*/ 4 w 622"/>
              <a:gd name="T33" fmla="*/ 373 h 621"/>
              <a:gd name="T34" fmla="*/ 32 w 622"/>
              <a:gd name="T35" fmla="*/ 400 h 621"/>
              <a:gd name="T36" fmla="*/ 38 w 622"/>
              <a:gd name="T37" fmla="*/ 401 h 621"/>
              <a:gd name="T38" fmla="*/ 145 w 622"/>
              <a:gd name="T39" fmla="*/ 369 h 621"/>
              <a:gd name="T40" fmla="*/ 220 w 622"/>
              <a:gd name="T41" fmla="*/ 581 h 621"/>
              <a:gd name="T42" fmla="*/ 220 w 622"/>
              <a:gd name="T43" fmla="*/ 587 h 621"/>
              <a:gd name="T44" fmla="*/ 223 w 622"/>
              <a:gd name="T45" fmla="*/ 592 h 621"/>
              <a:gd name="T46" fmla="*/ 251 w 622"/>
              <a:gd name="T47" fmla="*/ 619 h 621"/>
              <a:gd name="T48" fmla="*/ 260 w 622"/>
              <a:gd name="T49" fmla="*/ 619 h 621"/>
              <a:gd name="T50" fmla="*/ 408 w 622"/>
              <a:gd name="T51" fmla="*/ 533 h 621"/>
              <a:gd name="T52" fmla="*/ 412 w 622"/>
              <a:gd name="T53" fmla="*/ 529 h 621"/>
              <a:gd name="T54" fmla="*/ 414 w 622"/>
              <a:gd name="T55" fmla="*/ 523 h 621"/>
              <a:gd name="T56" fmla="*/ 443 w 622"/>
              <a:gd name="T57" fmla="*/ 361 h 621"/>
              <a:gd name="T58" fmla="*/ 480 w 622"/>
              <a:gd name="T59" fmla="*/ 328 h 621"/>
              <a:gd name="T60" fmla="*/ 513 w 622"/>
              <a:gd name="T61" fmla="*/ 296 h 621"/>
              <a:gd name="T62" fmla="*/ 542 w 622"/>
              <a:gd name="T63" fmla="*/ 261 h 621"/>
              <a:gd name="T64" fmla="*/ 565 w 622"/>
              <a:gd name="T65" fmla="*/ 227 h 621"/>
              <a:gd name="T66" fmla="*/ 585 w 622"/>
              <a:gd name="T67" fmla="*/ 193 h 621"/>
              <a:gd name="T68" fmla="*/ 599 w 622"/>
              <a:gd name="T69" fmla="*/ 157 h 621"/>
              <a:gd name="T70" fmla="*/ 610 w 622"/>
              <a:gd name="T71" fmla="*/ 120 h 621"/>
              <a:gd name="T72" fmla="*/ 617 w 622"/>
              <a:gd name="T73" fmla="*/ 80 h 621"/>
              <a:gd name="T74" fmla="*/ 621 w 622"/>
              <a:gd name="T75" fmla="*/ 35 h 621"/>
              <a:gd name="T76" fmla="*/ 621 w 622"/>
              <a:gd name="T77" fmla="*/ 7 h 621"/>
              <a:gd name="T78" fmla="*/ 525 w 622"/>
              <a:gd name="T79" fmla="*/ 147 h 621"/>
              <a:gd name="T80" fmla="*/ 514 w 622"/>
              <a:gd name="T81" fmla="*/ 155 h 621"/>
              <a:gd name="T82" fmla="*/ 500 w 622"/>
              <a:gd name="T83" fmla="*/ 157 h 621"/>
              <a:gd name="T84" fmla="*/ 486 w 622"/>
              <a:gd name="T85" fmla="*/ 155 h 621"/>
              <a:gd name="T86" fmla="*/ 474 w 622"/>
              <a:gd name="T87" fmla="*/ 147 h 621"/>
              <a:gd name="T88" fmla="*/ 466 w 622"/>
              <a:gd name="T89" fmla="*/ 136 h 621"/>
              <a:gd name="T90" fmla="*/ 463 w 622"/>
              <a:gd name="T91" fmla="*/ 122 h 621"/>
              <a:gd name="T92" fmla="*/ 466 w 622"/>
              <a:gd name="T93" fmla="*/ 107 h 621"/>
              <a:gd name="T94" fmla="*/ 474 w 622"/>
              <a:gd name="T95" fmla="*/ 96 h 621"/>
              <a:gd name="T96" fmla="*/ 486 w 622"/>
              <a:gd name="T97" fmla="*/ 87 h 621"/>
              <a:gd name="T98" fmla="*/ 500 w 622"/>
              <a:gd name="T99" fmla="*/ 85 h 621"/>
              <a:gd name="T100" fmla="*/ 514 w 622"/>
              <a:gd name="T101" fmla="*/ 87 h 621"/>
              <a:gd name="T102" fmla="*/ 525 w 622"/>
              <a:gd name="T103" fmla="*/ 96 h 621"/>
              <a:gd name="T104" fmla="*/ 533 w 622"/>
              <a:gd name="T105" fmla="*/ 107 h 621"/>
              <a:gd name="T106" fmla="*/ 536 w 622"/>
              <a:gd name="T107" fmla="*/ 122 h 621"/>
              <a:gd name="T108" fmla="*/ 533 w 622"/>
              <a:gd name="T109" fmla="*/ 136 h 621"/>
              <a:gd name="T110" fmla="*/ 525 w 622"/>
              <a:gd name="T111" fmla="*/ 147 h 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22" h="621">
                <a:moveTo>
                  <a:pt x="617" y="3"/>
                </a:moveTo>
                <a:lnTo>
                  <a:pt x="613" y="1"/>
                </a:lnTo>
                <a:lnTo>
                  <a:pt x="609" y="0"/>
                </a:lnTo>
                <a:lnTo>
                  <a:pt x="609" y="0"/>
                </a:lnTo>
                <a:lnTo>
                  <a:pt x="584" y="0"/>
                </a:lnTo>
                <a:lnTo>
                  <a:pt x="561" y="1"/>
                </a:lnTo>
                <a:lnTo>
                  <a:pt x="538" y="3"/>
                </a:lnTo>
                <a:lnTo>
                  <a:pt x="518" y="6"/>
                </a:lnTo>
                <a:lnTo>
                  <a:pt x="497" y="10"/>
                </a:lnTo>
                <a:lnTo>
                  <a:pt x="479" y="15"/>
                </a:lnTo>
                <a:lnTo>
                  <a:pt x="461" y="20"/>
                </a:lnTo>
                <a:lnTo>
                  <a:pt x="444" y="27"/>
                </a:lnTo>
                <a:lnTo>
                  <a:pt x="428" y="34"/>
                </a:lnTo>
                <a:lnTo>
                  <a:pt x="412" y="43"/>
                </a:lnTo>
                <a:lnTo>
                  <a:pt x="395" y="53"/>
                </a:lnTo>
                <a:lnTo>
                  <a:pt x="378" y="64"/>
                </a:lnTo>
                <a:lnTo>
                  <a:pt x="361" y="77"/>
                </a:lnTo>
                <a:lnTo>
                  <a:pt x="344" y="91"/>
                </a:lnTo>
                <a:lnTo>
                  <a:pt x="326" y="108"/>
                </a:lnTo>
                <a:lnTo>
                  <a:pt x="308" y="125"/>
                </a:lnTo>
                <a:lnTo>
                  <a:pt x="292" y="141"/>
                </a:lnTo>
                <a:lnTo>
                  <a:pt x="276" y="158"/>
                </a:lnTo>
                <a:lnTo>
                  <a:pt x="259" y="178"/>
                </a:lnTo>
                <a:lnTo>
                  <a:pt x="241" y="198"/>
                </a:lnTo>
                <a:lnTo>
                  <a:pt x="97" y="206"/>
                </a:lnTo>
                <a:lnTo>
                  <a:pt x="95" y="207"/>
                </a:lnTo>
                <a:lnTo>
                  <a:pt x="91" y="208"/>
                </a:lnTo>
                <a:lnTo>
                  <a:pt x="89" y="210"/>
                </a:lnTo>
                <a:lnTo>
                  <a:pt x="87" y="212"/>
                </a:lnTo>
                <a:lnTo>
                  <a:pt x="2" y="358"/>
                </a:lnTo>
                <a:lnTo>
                  <a:pt x="1" y="361"/>
                </a:lnTo>
                <a:lnTo>
                  <a:pt x="0" y="365"/>
                </a:lnTo>
                <a:lnTo>
                  <a:pt x="1" y="369"/>
                </a:lnTo>
                <a:lnTo>
                  <a:pt x="4" y="373"/>
                </a:lnTo>
                <a:lnTo>
                  <a:pt x="29" y="398"/>
                </a:lnTo>
                <a:lnTo>
                  <a:pt x="32" y="400"/>
                </a:lnTo>
                <a:lnTo>
                  <a:pt x="37" y="401"/>
                </a:lnTo>
                <a:lnTo>
                  <a:pt x="38" y="401"/>
                </a:lnTo>
                <a:lnTo>
                  <a:pt x="41" y="400"/>
                </a:lnTo>
                <a:lnTo>
                  <a:pt x="145" y="369"/>
                </a:lnTo>
                <a:lnTo>
                  <a:pt x="252" y="476"/>
                </a:lnTo>
                <a:lnTo>
                  <a:pt x="220" y="581"/>
                </a:lnTo>
                <a:lnTo>
                  <a:pt x="220" y="584"/>
                </a:lnTo>
                <a:lnTo>
                  <a:pt x="220" y="587"/>
                </a:lnTo>
                <a:lnTo>
                  <a:pt x="221" y="590"/>
                </a:lnTo>
                <a:lnTo>
                  <a:pt x="223" y="592"/>
                </a:lnTo>
                <a:lnTo>
                  <a:pt x="247" y="617"/>
                </a:lnTo>
                <a:lnTo>
                  <a:pt x="251" y="619"/>
                </a:lnTo>
                <a:lnTo>
                  <a:pt x="257" y="621"/>
                </a:lnTo>
                <a:lnTo>
                  <a:pt x="260" y="619"/>
                </a:lnTo>
                <a:lnTo>
                  <a:pt x="262" y="618"/>
                </a:lnTo>
                <a:lnTo>
                  <a:pt x="408" y="533"/>
                </a:lnTo>
                <a:lnTo>
                  <a:pt x="411" y="532"/>
                </a:lnTo>
                <a:lnTo>
                  <a:pt x="412" y="529"/>
                </a:lnTo>
                <a:lnTo>
                  <a:pt x="413" y="527"/>
                </a:lnTo>
                <a:lnTo>
                  <a:pt x="414" y="523"/>
                </a:lnTo>
                <a:lnTo>
                  <a:pt x="422" y="380"/>
                </a:lnTo>
                <a:lnTo>
                  <a:pt x="443" y="361"/>
                </a:lnTo>
                <a:lnTo>
                  <a:pt x="462" y="344"/>
                </a:lnTo>
                <a:lnTo>
                  <a:pt x="480" y="328"/>
                </a:lnTo>
                <a:lnTo>
                  <a:pt x="496" y="313"/>
                </a:lnTo>
                <a:lnTo>
                  <a:pt x="513" y="296"/>
                </a:lnTo>
                <a:lnTo>
                  <a:pt x="528" y="278"/>
                </a:lnTo>
                <a:lnTo>
                  <a:pt x="542" y="261"/>
                </a:lnTo>
                <a:lnTo>
                  <a:pt x="555" y="244"/>
                </a:lnTo>
                <a:lnTo>
                  <a:pt x="565" y="227"/>
                </a:lnTo>
                <a:lnTo>
                  <a:pt x="576" y="210"/>
                </a:lnTo>
                <a:lnTo>
                  <a:pt x="585" y="193"/>
                </a:lnTo>
                <a:lnTo>
                  <a:pt x="592" y="176"/>
                </a:lnTo>
                <a:lnTo>
                  <a:pt x="599" y="157"/>
                </a:lnTo>
                <a:lnTo>
                  <a:pt x="605" y="139"/>
                </a:lnTo>
                <a:lnTo>
                  <a:pt x="610" y="120"/>
                </a:lnTo>
                <a:lnTo>
                  <a:pt x="614" y="100"/>
                </a:lnTo>
                <a:lnTo>
                  <a:pt x="617" y="80"/>
                </a:lnTo>
                <a:lnTo>
                  <a:pt x="619" y="57"/>
                </a:lnTo>
                <a:lnTo>
                  <a:pt x="621" y="35"/>
                </a:lnTo>
                <a:lnTo>
                  <a:pt x="622" y="12"/>
                </a:lnTo>
                <a:lnTo>
                  <a:pt x="621" y="7"/>
                </a:lnTo>
                <a:lnTo>
                  <a:pt x="617" y="3"/>
                </a:lnTo>
                <a:close/>
                <a:moveTo>
                  <a:pt x="525" y="147"/>
                </a:moveTo>
                <a:lnTo>
                  <a:pt x="520" y="152"/>
                </a:lnTo>
                <a:lnTo>
                  <a:pt x="514" y="155"/>
                </a:lnTo>
                <a:lnTo>
                  <a:pt x="507" y="157"/>
                </a:lnTo>
                <a:lnTo>
                  <a:pt x="500" y="157"/>
                </a:lnTo>
                <a:lnTo>
                  <a:pt x="492" y="157"/>
                </a:lnTo>
                <a:lnTo>
                  <a:pt x="486" y="155"/>
                </a:lnTo>
                <a:lnTo>
                  <a:pt x="479" y="152"/>
                </a:lnTo>
                <a:lnTo>
                  <a:pt x="474" y="147"/>
                </a:lnTo>
                <a:lnTo>
                  <a:pt x="469" y="141"/>
                </a:lnTo>
                <a:lnTo>
                  <a:pt x="466" y="136"/>
                </a:lnTo>
                <a:lnTo>
                  <a:pt x="464" y="128"/>
                </a:lnTo>
                <a:lnTo>
                  <a:pt x="463" y="122"/>
                </a:lnTo>
                <a:lnTo>
                  <a:pt x="464" y="114"/>
                </a:lnTo>
                <a:lnTo>
                  <a:pt x="466" y="107"/>
                </a:lnTo>
                <a:lnTo>
                  <a:pt x="469" y="101"/>
                </a:lnTo>
                <a:lnTo>
                  <a:pt x="474" y="96"/>
                </a:lnTo>
                <a:lnTo>
                  <a:pt x="479" y="90"/>
                </a:lnTo>
                <a:lnTo>
                  <a:pt x="486" y="87"/>
                </a:lnTo>
                <a:lnTo>
                  <a:pt x="492" y="85"/>
                </a:lnTo>
                <a:lnTo>
                  <a:pt x="500" y="85"/>
                </a:lnTo>
                <a:lnTo>
                  <a:pt x="507" y="85"/>
                </a:lnTo>
                <a:lnTo>
                  <a:pt x="514" y="87"/>
                </a:lnTo>
                <a:lnTo>
                  <a:pt x="520" y="90"/>
                </a:lnTo>
                <a:lnTo>
                  <a:pt x="525" y="96"/>
                </a:lnTo>
                <a:lnTo>
                  <a:pt x="530" y="101"/>
                </a:lnTo>
                <a:lnTo>
                  <a:pt x="533" y="107"/>
                </a:lnTo>
                <a:lnTo>
                  <a:pt x="535" y="114"/>
                </a:lnTo>
                <a:lnTo>
                  <a:pt x="536" y="122"/>
                </a:lnTo>
                <a:lnTo>
                  <a:pt x="535" y="128"/>
                </a:lnTo>
                <a:lnTo>
                  <a:pt x="533" y="136"/>
                </a:lnTo>
                <a:lnTo>
                  <a:pt x="530" y="141"/>
                </a:lnTo>
                <a:lnTo>
                  <a:pt x="525" y="14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121901" tIns="60951" rIns="121901" bIns="60951" numCol="1" anchor="t" anchorCtr="0" compatLnSpc="1"/>
          <a:lstStyle/>
          <a:p>
            <a:endParaRPr lang="ru-RU" sz="120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TextBox 2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520776" y="578176"/>
            <a:ext cx="45108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000" b="1" spc="-100">
                <a:solidFill>
                  <a:schemeClr val="tx1">
                    <a:lumMod val="75000"/>
                    <a:lumOff val="25000"/>
                  </a:schemeClr>
                </a:solidFill>
                <a:latin typeface="Felix Titling" panose="04060505060202020A04" pitchFamily="82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KEY RISKS</a:t>
            </a:r>
          </a:p>
        </p:txBody>
      </p:sp>
      <p:sp>
        <p:nvSpPr>
          <p:cNvPr id="34" name="TextBox 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612742" y="1314490"/>
            <a:ext cx="1103187" cy="26161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RISK &amp; MITIGATION</a:t>
            </a:r>
          </a:p>
        </p:txBody>
      </p:sp>
      <p:sp>
        <p:nvSpPr>
          <p:cNvPr id="2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占位符 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8" r="12918"/>
          <a:stretch>
            <a:fillRect/>
          </a:stretch>
        </p:blipFill>
        <p:spPr/>
      </p:pic>
      <p:sp>
        <p:nvSpPr>
          <p:cNvPr id="3" name="Title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>
            <a:spLocks noGrp="1"/>
          </p:cNvSpPr>
          <p:nvPr>
            <p:ph type="title"/>
          </p:nvPr>
        </p:nvSpPr>
        <p:spPr>
          <a:xfrm>
            <a:off x="5357238" y="396768"/>
            <a:ext cx="6438375" cy="1200329"/>
          </a:xfrm>
          <a:noFill/>
        </p:spPr>
        <p:txBody>
          <a:bodyPr vert="horz" wrap="square" lIns="0" tIns="91440" rIns="0" bIns="0" rtlCol="0" anchor="ctr" anchorCtr="0">
            <a:spAutoFit/>
          </a:bodyPr>
          <a:lstStyle/>
          <a:p>
            <a:pPr>
              <a:spcBef>
                <a:spcPts val="1000"/>
              </a:spcBef>
              <a:buFont typeface="Arial" panose="020B0604020202020204" pitchFamily="34" charset="0"/>
            </a:pPr>
            <a:r>
              <a:rPr lang="id-ID" spc="-100" dirty="0">
                <a:solidFill>
                  <a:schemeClr val="accent1"/>
                </a:solidFill>
                <a:latin typeface="Felix Titling" panose="04060505060202020A04" pitchFamily="82" charset="0"/>
                <a:ea typeface="Roboto Black" panose="02000000000000000000" pitchFamily="2" charset="0"/>
                <a:cs typeface="Arial" panose="020B0604020202020204" pitchFamily="34" charset="0"/>
              </a:rPr>
              <a:t>OUR TEAM</a:t>
            </a:r>
          </a:p>
        </p:txBody>
      </p:sp>
      <p:sp>
        <p:nvSpPr>
          <p:cNvPr id="15" name="Oval 1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1737259" y="2394153"/>
            <a:ext cx="1926822" cy="192682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81000" dist="254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d-ID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Raleway" panose="020B0604020202020204" charset="0"/>
                <a:ea typeface="Roboto Light" charset="0"/>
                <a:cs typeface="Roboto Light" charset="0"/>
              </a:rPr>
              <a:t>TEAM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Raleway" panose="020B0604020202020204" charset="0"/>
              <a:ea typeface="Roboto Light" charset="0"/>
              <a:cs typeface="Roboto Light" charset="0"/>
            </a:endParaRPr>
          </a:p>
        </p:txBody>
      </p:sp>
      <p:sp>
        <p:nvSpPr>
          <p:cNvPr id="9" name="Title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5374191" y="1537517"/>
            <a:ext cx="5420502" cy="9183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d-ID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11" name="Group 46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6864508" y="2535772"/>
            <a:ext cx="279640" cy="5278887"/>
            <a:chOff x="6237205" y="1496773"/>
            <a:chExt cx="279640" cy="5278887"/>
          </a:xfrm>
        </p:grpSpPr>
        <p:grpSp>
          <p:nvGrpSpPr>
            <p:cNvPr id="12" name="Group 29"/>
            <p:cNvGrpSpPr/>
            <p:nvPr/>
          </p:nvGrpSpPr>
          <p:grpSpPr>
            <a:xfrm>
              <a:off x="6237205" y="1496773"/>
              <a:ext cx="279640" cy="279640"/>
              <a:chOff x="2189683" y="2436478"/>
              <a:chExt cx="1659486" cy="1659486"/>
            </a:xfrm>
          </p:grpSpPr>
          <p:sp>
            <p:nvSpPr>
              <p:cNvPr id="26" name="Oval 27"/>
              <p:cNvSpPr/>
              <p:nvPr/>
            </p:nvSpPr>
            <p:spPr>
              <a:xfrm>
                <a:off x="2189683" y="2436478"/>
                <a:ext cx="1659486" cy="1659486"/>
              </a:xfrm>
              <a:prstGeom prst="ellipse">
                <a:avLst/>
              </a:prstGeom>
              <a:solidFill>
                <a:schemeClr val="bg2">
                  <a:lumMod val="5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id-ID">
                  <a:solidFill>
                    <a:schemeClr val="tx1"/>
                  </a:solidFill>
                  <a:latin typeface="Raleway" panose="020B0604020202020204" charset="0"/>
                </a:endParaRPr>
              </a:p>
            </p:txBody>
          </p:sp>
          <p:sp>
            <p:nvSpPr>
              <p:cNvPr id="27" name="Oval 28"/>
              <p:cNvSpPr/>
              <p:nvPr/>
            </p:nvSpPr>
            <p:spPr>
              <a:xfrm>
                <a:off x="2480419" y="2727214"/>
                <a:ext cx="1078013" cy="1078013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id-ID">
                  <a:solidFill>
                    <a:schemeClr val="tx1"/>
                  </a:solidFill>
                  <a:latin typeface="Raleway" panose="020B0604020202020204" charset="0"/>
                </a:endParaRPr>
              </a:p>
            </p:txBody>
          </p:sp>
        </p:grpSp>
        <p:grpSp>
          <p:nvGrpSpPr>
            <p:cNvPr id="13" name="Group 32"/>
            <p:cNvGrpSpPr/>
            <p:nvPr/>
          </p:nvGrpSpPr>
          <p:grpSpPr>
            <a:xfrm>
              <a:off x="6237205" y="3071308"/>
              <a:ext cx="279640" cy="279640"/>
              <a:chOff x="2189683" y="2436478"/>
              <a:chExt cx="1659486" cy="1659486"/>
            </a:xfrm>
          </p:grpSpPr>
          <p:sp>
            <p:nvSpPr>
              <p:cNvPr id="24" name="Oval 33"/>
              <p:cNvSpPr/>
              <p:nvPr/>
            </p:nvSpPr>
            <p:spPr>
              <a:xfrm>
                <a:off x="2189683" y="2436478"/>
                <a:ext cx="1659486" cy="1659486"/>
              </a:xfrm>
              <a:prstGeom prst="ellipse">
                <a:avLst/>
              </a:prstGeom>
              <a:solidFill>
                <a:schemeClr val="bg2">
                  <a:lumMod val="5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id-ID">
                  <a:solidFill>
                    <a:schemeClr val="tx1"/>
                  </a:solidFill>
                  <a:latin typeface="Raleway" panose="020B0604020202020204" charset="0"/>
                </a:endParaRPr>
              </a:p>
            </p:txBody>
          </p:sp>
          <p:sp>
            <p:nvSpPr>
              <p:cNvPr id="25" name="Oval 34"/>
              <p:cNvSpPr/>
              <p:nvPr/>
            </p:nvSpPr>
            <p:spPr>
              <a:xfrm>
                <a:off x="2480419" y="2727214"/>
                <a:ext cx="1078013" cy="1078013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id-ID">
                  <a:solidFill>
                    <a:schemeClr val="tx1"/>
                  </a:solidFill>
                  <a:latin typeface="Raleway" panose="020B0604020202020204" charset="0"/>
                </a:endParaRPr>
              </a:p>
            </p:txBody>
          </p:sp>
        </p:grpSp>
        <p:grpSp>
          <p:nvGrpSpPr>
            <p:cNvPr id="14" name="Group 35"/>
            <p:cNvGrpSpPr/>
            <p:nvPr/>
          </p:nvGrpSpPr>
          <p:grpSpPr>
            <a:xfrm>
              <a:off x="6237205" y="4645843"/>
              <a:ext cx="279640" cy="279640"/>
              <a:chOff x="2189683" y="2436478"/>
              <a:chExt cx="1659486" cy="1659486"/>
            </a:xfrm>
          </p:grpSpPr>
          <p:sp>
            <p:nvSpPr>
              <p:cNvPr id="22" name="Oval 36"/>
              <p:cNvSpPr/>
              <p:nvPr/>
            </p:nvSpPr>
            <p:spPr>
              <a:xfrm>
                <a:off x="2189683" y="2436478"/>
                <a:ext cx="1659486" cy="1659486"/>
              </a:xfrm>
              <a:prstGeom prst="ellipse">
                <a:avLst/>
              </a:prstGeom>
              <a:solidFill>
                <a:schemeClr val="bg2">
                  <a:lumMod val="5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id-ID">
                  <a:solidFill>
                    <a:schemeClr val="tx1"/>
                  </a:solidFill>
                  <a:latin typeface="Raleway" panose="020B0604020202020204" charset="0"/>
                </a:endParaRPr>
              </a:p>
            </p:txBody>
          </p:sp>
          <p:sp>
            <p:nvSpPr>
              <p:cNvPr id="23" name="Oval 37"/>
              <p:cNvSpPr/>
              <p:nvPr/>
            </p:nvSpPr>
            <p:spPr>
              <a:xfrm>
                <a:off x="2480419" y="2727214"/>
                <a:ext cx="1078013" cy="1078013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id-ID">
                  <a:solidFill>
                    <a:schemeClr val="tx1"/>
                  </a:solidFill>
                  <a:latin typeface="Raleway" panose="020B0604020202020204" charset="0"/>
                </a:endParaRPr>
              </a:p>
            </p:txBody>
          </p:sp>
        </p:grpSp>
        <p:cxnSp>
          <p:nvCxnSpPr>
            <p:cNvPr id="16" name="Straight Connector 39"/>
            <p:cNvCxnSpPr>
              <a:stCxn id="24" idx="0"/>
              <a:endCxn id="26" idx="4"/>
            </p:cNvCxnSpPr>
            <p:nvPr/>
          </p:nvCxnSpPr>
          <p:spPr>
            <a:xfrm flipV="1">
              <a:off x="6377025" y="1776413"/>
              <a:ext cx="0" cy="1294895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42"/>
            <p:cNvCxnSpPr>
              <a:stCxn id="24" idx="4"/>
              <a:endCxn id="22" idx="0"/>
            </p:cNvCxnSpPr>
            <p:nvPr/>
          </p:nvCxnSpPr>
          <p:spPr>
            <a:xfrm>
              <a:off x="6377025" y="3350948"/>
              <a:ext cx="0" cy="1294895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44"/>
            <p:cNvCxnSpPr>
              <a:stCxn id="26" idx="4"/>
            </p:cNvCxnSpPr>
            <p:nvPr/>
          </p:nvCxnSpPr>
          <p:spPr>
            <a:xfrm>
              <a:off x="6377025" y="1776413"/>
              <a:ext cx="0" cy="326707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45"/>
            <p:cNvCxnSpPr/>
            <p:nvPr/>
          </p:nvCxnSpPr>
          <p:spPr>
            <a:xfrm>
              <a:off x="6377025" y="3350948"/>
              <a:ext cx="0" cy="326707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89"/>
            <p:cNvCxnSpPr/>
            <p:nvPr/>
          </p:nvCxnSpPr>
          <p:spPr>
            <a:xfrm>
              <a:off x="6377025" y="4896578"/>
              <a:ext cx="0" cy="1879082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90"/>
            <p:cNvCxnSpPr/>
            <p:nvPr/>
          </p:nvCxnSpPr>
          <p:spPr>
            <a:xfrm>
              <a:off x="6377025" y="4896578"/>
              <a:ext cx="0" cy="326707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5689747" y="2258964"/>
            <a:ext cx="5271728" cy="1292498"/>
            <a:chOff x="5982824" y="1327235"/>
            <a:chExt cx="5271728" cy="1292498"/>
          </a:xfrm>
        </p:grpSpPr>
        <p:sp>
          <p:nvSpPr>
            <p:cNvPr id="29" name="TextBox 47"/>
            <p:cNvSpPr txBox="1"/>
            <p:nvPr/>
          </p:nvSpPr>
          <p:spPr>
            <a:xfrm>
              <a:off x="7740602" y="1327235"/>
              <a:ext cx="1491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600" dirty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刘 恒</a:t>
              </a:r>
            </a:p>
          </p:txBody>
        </p:sp>
        <p:sp>
          <p:nvSpPr>
            <p:cNvPr id="30" name="TextBox 48"/>
            <p:cNvSpPr txBox="1"/>
            <p:nvPr/>
          </p:nvSpPr>
          <p:spPr>
            <a:xfrm>
              <a:off x="7740602" y="1687170"/>
              <a:ext cx="3513950" cy="932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accent6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产品与增长 · 需求梳理、商业模式、试点合作；兼管设计体系、校园大使计划与试点指标。</a:t>
              </a:r>
            </a:p>
          </p:txBody>
        </p:sp>
        <p:sp>
          <p:nvSpPr>
            <p:cNvPr id="31" name="TextBox 85"/>
            <p:cNvSpPr txBox="1"/>
            <p:nvPr/>
          </p:nvSpPr>
          <p:spPr>
            <a:xfrm>
              <a:off x="5982824" y="1425560"/>
              <a:ext cx="1010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01</a:t>
              </a:r>
              <a:endParaRPr lang="id-ID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32" name="Group 2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5689747" y="3861232"/>
            <a:ext cx="5271727" cy="1292498"/>
            <a:chOff x="5982824" y="2929503"/>
            <a:chExt cx="5271727" cy="1292498"/>
          </a:xfrm>
        </p:grpSpPr>
        <p:sp>
          <p:nvSpPr>
            <p:cNvPr id="33" name="TextBox 87"/>
            <p:cNvSpPr txBox="1"/>
            <p:nvPr/>
          </p:nvSpPr>
          <p:spPr>
            <a:xfrm>
              <a:off x="5982824" y="2929503"/>
              <a:ext cx="10679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02</a:t>
              </a:r>
              <a:endParaRPr lang="id-ID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34" name="Group 52"/>
            <p:cNvGrpSpPr/>
            <p:nvPr/>
          </p:nvGrpSpPr>
          <p:grpSpPr>
            <a:xfrm>
              <a:off x="7740601" y="2929503"/>
              <a:ext cx="3513950" cy="1292498"/>
              <a:chOff x="6820221" y="1327235"/>
              <a:chExt cx="4089302" cy="1292498"/>
            </a:xfrm>
          </p:grpSpPr>
          <p:sp>
            <p:nvSpPr>
              <p:cNvPr id="35" name="TextBox 53"/>
              <p:cNvSpPr txBox="1"/>
              <p:nvPr/>
            </p:nvSpPr>
            <p:spPr>
              <a:xfrm>
                <a:off x="6820221" y="1327235"/>
                <a:ext cx="17277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1600" dirty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张鸿辉</a:t>
                </a:r>
              </a:p>
            </p:txBody>
          </p:sp>
          <p:sp>
            <p:nvSpPr>
              <p:cNvPr id="36" name="TextBox 54"/>
              <p:cNvSpPr txBox="1"/>
              <p:nvPr/>
            </p:nvSpPr>
            <p:spPr>
              <a:xfrm>
                <a:off x="6820221" y="1687170"/>
                <a:ext cx="4089302" cy="932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1200" dirty="0">
                    <a:solidFill>
                      <a:schemeClr val="accent6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安卓工程师 · 应用架构与端侧机器学习集成，负责 TensorFlow Lite 嵌入与客户端性能。</a:t>
                </a:r>
              </a:p>
            </p:txBody>
          </p:sp>
        </p:grpSp>
      </p:grpSp>
      <p:grpSp>
        <p:nvGrpSpPr>
          <p:cNvPr id="37" name="Group 3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5689747" y="5473912"/>
            <a:ext cx="5271727" cy="1292498"/>
            <a:chOff x="5982824" y="4542183"/>
            <a:chExt cx="5271727" cy="1292498"/>
          </a:xfrm>
        </p:grpSpPr>
        <p:sp>
          <p:nvSpPr>
            <p:cNvPr id="38" name="TextBox 88"/>
            <p:cNvSpPr txBox="1"/>
            <p:nvPr/>
          </p:nvSpPr>
          <p:spPr>
            <a:xfrm>
              <a:off x="5982824" y="4542183"/>
              <a:ext cx="10631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03</a:t>
              </a:r>
              <a:endParaRPr lang="id-ID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39" name="Group 55"/>
            <p:cNvGrpSpPr/>
            <p:nvPr/>
          </p:nvGrpSpPr>
          <p:grpSpPr>
            <a:xfrm>
              <a:off x="7740601" y="4542183"/>
              <a:ext cx="3513950" cy="1292498"/>
              <a:chOff x="6820221" y="1327235"/>
              <a:chExt cx="4089302" cy="1292498"/>
            </a:xfrm>
          </p:grpSpPr>
          <p:sp>
            <p:nvSpPr>
              <p:cNvPr id="40" name="TextBox 56"/>
              <p:cNvSpPr txBox="1"/>
              <p:nvPr/>
            </p:nvSpPr>
            <p:spPr>
              <a:xfrm>
                <a:off x="6820221" y="1327235"/>
                <a:ext cx="19180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d-ID" sz="1600" dirty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黄语晨</a:t>
                </a:r>
              </a:p>
            </p:txBody>
          </p:sp>
          <p:sp>
            <p:nvSpPr>
              <p:cNvPr id="41" name="TextBox 57"/>
              <p:cNvSpPr txBox="1"/>
              <p:nvPr/>
            </p:nvSpPr>
            <p:spPr>
              <a:xfrm>
                <a:off x="6820221" y="1687170"/>
                <a:ext cx="4089302" cy="932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1200" dirty="0">
                    <a:solidFill>
                      <a:schemeClr val="accent6">
                        <a:lumMod val="50000"/>
                      </a:schemeClr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后端与 AI 工程师 · 匹配服务、验证管线、数据层；pgvector 相似度检索与大模型接入。</a:t>
                </a:r>
              </a:p>
            </p:txBody>
          </p:sp>
        </p:grpSp>
      </p:grpSp>
      <p:grpSp>
        <p:nvGrpSpPr>
          <p:cNvPr id="42" name="Group 1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5519827" y="1675284"/>
            <a:ext cx="2520680" cy="498225"/>
            <a:chOff x="6211489" y="2531068"/>
            <a:chExt cx="2520680" cy="498225"/>
          </a:xfrm>
        </p:grpSpPr>
        <p:sp>
          <p:nvSpPr>
            <p:cNvPr id="43" name="TextBox 15"/>
            <p:cNvSpPr txBox="1"/>
            <p:nvPr/>
          </p:nvSpPr>
          <p:spPr>
            <a:xfrm>
              <a:off x="6474820" y="2579150"/>
              <a:ext cx="2257349" cy="338554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 panose="020B0502040204020203" pitchFamily="34" charset="-122"/>
                  <a:ea typeface="微软雅黑 Light" panose="020B0502040204020203" pitchFamily="34" charset="-122"/>
                  <a:cs typeface="Lato" panose="020F0502020204030203" pitchFamily="34" charset="0"/>
                </a:rPr>
                <a:t>分工与职责</a:t>
              </a:r>
            </a:p>
          </p:txBody>
        </p:sp>
        <p:grpSp>
          <p:nvGrpSpPr>
            <p:cNvPr id="44" name="Group 12"/>
            <p:cNvGrpSpPr/>
            <p:nvPr/>
          </p:nvGrpSpPr>
          <p:grpSpPr>
            <a:xfrm rot="10800000" flipH="1">
              <a:off x="6211489" y="2531068"/>
              <a:ext cx="342458" cy="498225"/>
              <a:chOff x="5105400" y="2190750"/>
              <a:chExt cx="1600200" cy="1295400"/>
            </a:xfrm>
          </p:grpSpPr>
          <p:sp>
            <p:nvSpPr>
              <p:cNvPr id="45" name="Chevron 17"/>
              <p:cNvSpPr/>
              <p:nvPr/>
            </p:nvSpPr>
            <p:spPr bwMode="auto">
              <a:xfrm>
                <a:off x="5105400" y="2343150"/>
                <a:ext cx="990600" cy="990600"/>
              </a:xfrm>
              <a:prstGeom prst="chevron">
                <a:avLst/>
              </a:prstGeom>
              <a:solidFill>
                <a:schemeClr val="accent4">
                  <a:lumMod val="50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algn="ctr"/>
                <a:endParaRPr lang="en-US">
                  <a:latin typeface="微软雅黑 Light" panose="020B0502040204020203" pitchFamily="34" charset="-122"/>
                  <a:ea typeface="微软雅黑 Light" panose="020B0502040204020203" pitchFamily="34" charset="-122"/>
                  <a:cs typeface="Lato" panose="020F0502020204030203" pitchFamily="34" charset="0"/>
                </a:endParaRPr>
              </a:p>
            </p:txBody>
          </p:sp>
          <p:sp>
            <p:nvSpPr>
              <p:cNvPr id="46" name="Chevron 18"/>
              <p:cNvSpPr/>
              <p:nvPr/>
            </p:nvSpPr>
            <p:spPr bwMode="auto">
              <a:xfrm>
                <a:off x="5410200" y="2190750"/>
                <a:ext cx="1295400" cy="1295400"/>
              </a:xfrm>
              <a:prstGeom prst="chevron">
                <a:avLst/>
              </a:prstGeom>
              <a:solidFill>
                <a:schemeClr val="accent4">
                  <a:lumMod val="75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algn="ctr"/>
                <a:endParaRPr lang="en-US">
                  <a:latin typeface="微软雅黑 Light" panose="020B0502040204020203" pitchFamily="34" charset="-122"/>
                  <a:ea typeface="微软雅黑 Light" panose="020B0502040204020203" pitchFamily="34" charset="-122"/>
                  <a:cs typeface="Lato" panose="020F0502020204030203" pitchFamily="34" charset="0"/>
                </a:endParaRPr>
              </a:p>
            </p:txBody>
          </p:sp>
        </p:grpSp>
      </p:grpSp>
      <p:sp>
        <p:nvSpPr>
          <p:cNvPr id="5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占位符 17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9" b="2889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5" name="Rectangle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ext Placeholder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852272" y="2742084"/>
            <a:ext cx="406431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8800" spc="600">
                <a:solidFill>
                  <a:schemeClr val="accent1">
                    <a:lumMod val="75000"/>
                  </a:schemeClr>
                </a:solidFill>
                <a:latin typeface="Felix Titling" panose="04060505060202020A04" pitchFamily="82" charset="0"/>
              </a:defRPr>
            </a:lvl1pPr>
          </a:lstStyle>
          <a:p>
            <a:r>
              <a:rPr lang="en-US" sz="3200" spc="0" dirty="0"/>
              <a:t>Thank You,</a:t>
            </a:r>
          </a:p>
          <a:p>
            <a:r>
              <a:rPr lang="en-US" sz="3200" spc="0" dirty="0"/>
              <a:t>Questions?</a:t>
            </a:r>
            <a:endParaRPr lang="id-ID" sz="3200" spc="0" dirty="0"/>
          </a:p>
        </p:txBody>
      </p:sp>
      <p:sp>
        <p:nvSpPr>
          <p:cNvPr id="9" name="Text Placeholder 4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SpPr txBox="1"/>
          <p:nvPr/>
        </p:nvSpPr>
        <p:spPr>
          <a:xfrm>
            <a:off x="1008389" y="2353827"/>
            <a:ext cx="2286156" cy="3341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buNone/>
              <a:defRPr/>
            </a:pPr>
            <a:r>
              <a:rPr lang="en-US" sz="1400" dirty="0">
                <a:solidFill>
                  <a:schemeClr val="accent1"/>
                </a:solidFill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rPr>
              <a:t>FOR YOUR ATTENTION</a:t>
            </a:r>
            <a:endParaRPr lang="id-ID" sz="1600" dirty="0">
              <a:solidFill>
                <a:schemeClr val="accent1"/>
              </a:solidFill>
              <a:latin typeface="hakuyoxingshu7000" panose="02000600000000000000" pitchFamily="2" charset="-122"/>
              <a:ea typeface="hakuyoxingshu7000" panose="02000600000000000000" pitchFamily="2" charset="-122"/>
              <a:cs typeface="hakuyoxingshu7000" panose="02000600000000000000" pitchFamily="2" charset="-122"/>
            </a:endParaRPr>
          </a:p>
        </p:txBody>
      </p:sp>
      <p:grpSp>
        <p:nvGrpSpPr>
          <p:cNvPr id="2" name="Group 1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/>
          <p:cNvGrpSpPr/>
          <p:nvPr/>
        </p:nvGrpSpPr>
        <p:grpSpPr>
          <a:xfrm>
            <a:off x="995224" y="4918753"/>
            <a:ext cx="1849073" cy="477519"/>
            <a:chOff x="1207098" y="4160470"/>
            <a:chExt cx="1849073" cy="477519"/>
          </a:xfrm>
        </p:grpSpPr>
        <p:sp>
          <p:nvSpPr>
            <p:cNvPr id="11" name="Rectangle: Rounded Corners 10"/>
            <p:cNvSpPr/>
            <p:nvPr/>
          </p:nvSpPr>
          <p:spPr>
            <a:xfrm>
              <a:off x="1207098" y="4160470"/>
              <a:ext cx="1849073" cy="47751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  <a:effectLst>
              <a:outerShdw blurRad="254000" dist="63500" dir="5400000" algn="t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400" b="1" dirty="0">
                <a:gradFill>
                  <a:gsLst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0" scaled="0"/>
                </a:gra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2579656" y="4368433"/>
              <a:ext cx="273758" cy="61592"/>
              <a:chOff x="1480891" y="946167"/>
              <a:chExt cx="1594659" cy="358772"/>
            </a:xfrm>
          </p:grpSpPr>
          <p:cxnSp>
            <p:nvCxnSpPr>
              <p:cNvPr id="13" name="Straight Connector 12"/>
              <p:cNvCxnSpPr/>
              <p:nvPr/>
            </p:nvCxnSpPr>
            <p:spPr>
              <a:xfrm flipV="1">
                <a:off x="1480891" y="1125550"/>
                <a:ext cx="1523665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oup 13"/>
              <p:cNvGrpSpPr/>
              <p:nvPr/>
            </p:nvGrpSpPr>
            <p:grpSpPr>
              <a:xfrm rot="5400000">
                <a:off x="2622551" y="851939"/>
                <a:ext cx="358772" cy="547227"/>
                <a:chOff x="1506425" y="609486"/>
                <a:chExt cx="129207" cy="197077"/>
              </a:xfrm>
            </p:grpSpPr>
            <p:cxnSp>
              <p:nvCxnSpPr>
                <p:cNvPr id="15" name="Straight Connector 14"/>
                <p:cNvCxnSpPr/>
                <p:nvPr/>
              </p:nvCxnSpPr>
              <p:spPr>
                <a:xfrm rot="-3000000">
                  <a:off x="1407886" y="708025"/>
                  <a:ext cx="197077" cy="0"/>
                </a:xfrm>
                <a:prstGeom prst="line">
                  <a:avLst/>
                </a:prstGeom>
                <a:ln w="6350" cap="rnd">
                  <a:solidFill>
                    <a:schemeClr val="accent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/>
              </p:nvCxnSpPr>
              <p:spPr>
                <a:xfrm rot="3000000" flipH="1">
                  <a:off x="1537093" y="708025"/>
                  <a:ext cx="197077" cy="0"/>
                </a:xfrm>
                <a:prstGeom prst="line">
                  <a:avLst/>
                </a:prstGeom>
                <a:ln w="6350" cap="rnd">
                  <a:solidFill>
                    <a:schemeClr val="accent1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7" name="Text Placeholder 4"/>
            <p:cNvSpPr txBox="1"/>
            <p:nvPr/>
          </p:nvSpPr>
          <p:spPr>
            <a:xfrm>
              <a:off x="1342870" y="4243728"/>
              <a:ext cx="1171822" cy="334134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4000"/>
                </a:lnSpc>
                <a:buNone/>
                <a:defRPr/>
              </a:pPr>
              <a:r>
                <a:rPr lang="en-US" sz="1200" dirty="0">
                  <a:solidFill>
                    <a:schemeClr val="accent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  <a:cs typeface="Segoe UI" panose="020B0502040204020203" pitchFamily="34" charset="0"/>
                </a:rPr>
                <a:t>谢谢</a:t>
              </a:r>
              <a:endParaRPr lang="id-ID" sz="1200" dirty="0">
                <a:solidFill>
                  <a:schemeClr val="accent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Segoe UI" panose="020B0502040204020203" pitchFamily="34" charset="0"/>
              </a:endParaRPr>
            </a:p>
          </p:txBody>
        </p:sp>
      </p:grpSp>
      <p:sp>
        <p:nvSpPr>
          <p:cNvPr id="3" name="e7d195523061f1c0" descr="e7d19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" hidden="1"/>
          <p:cNvSpPr txBox="1"/>
          <p:nvPr/>
        </p:nvSpPr>
        <p:spPr>
          <a:xfrm>
            <a:off x="-355600" y="1803400"/>
            <a:ext cx="293927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 dirty="0"/>
              <a:t>e7d255523061f1c03a90ee8e42cb24248e56383cd534985688F9F494128731F165EE95AB4B0C0A38076AAEA07667B1565C446FC45FF01DFB0E885BCDBDF3A284F3DB14DA61DD97F0BAB2E6C668FB4931E215FF6878D5F6B032843CFB47259E248E89D01D575A99CB5DF838081BCE0EDDD238B8F87A796586F5FAC1C06AABE84C4ECC1A989166756AD97A84BABA773466</a:t>
            </a:r>
            <a:endParaRPr lang="zh-CN" altLang="en-US" sz="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u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">
  <a:themeElements>
    <a:clrScheme name="达芬奇的左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3D52"/>
      </a:accent1>
      <a:accent2>
        <a:srgbClr val="C4AF99"/>
      </a:accent2>
      <a:accent3>
        <a:srgbClr val="5B6C83"/>
      </a:accent3>
      <a:accent4>
        <a:srgbClr val="D7CCB8"/>
      </a:accent4>
      <a:accent5>
        <a:srgbClr val="38526E"/>
      </a:accent5>
      <a:accent6>
        <a:srgbClr val="BFBFBF"/>
      </a:accent6>
      <a:hlink>
        <a:srgbClr val="2A3D52"/>
      </a:hlink>
      <a:folHlink>
        <a:srgbClr val="C4AF99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1048</Words>
  <Application>Microsoft Office PowerPoint</Application>
  <PresentationFormat>宽屏</PresentationFormat>
  <Paragraphs>260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hakuyoxingshu7000</vt:lpstr>
      <vt:lpstr>锐字云字库细圆体1.0</vt:lpstr>
      <vt:lpstr>微软雅黑 Light</vt:lpstr>
      <vt:lpstr>Arial</vt:lpstr>
      <vt:lpstr>Calibri</vt:lpstr>
      <vt:lpstr>Calibri Light</vt:lpstr>
      <vt:lpstr>Felix Titling</vt:lpstr>
      <vt:lpstr>Lato</vt:lpstr>
      <vt:lpstr>Lato Medium</vt:lpstr>
      <vt:lpstr>Raleway</vt:lpstr>
      <vt:lpstr>Roboto</vt:lpstr>
      <vt:lpstr>Roboto Condensed Light</vt:lpstr>
      <vt:lpstr>Segoe UI Light</vt:lpstr>
      <vt:lpstr>Source Sans Pro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OUR USP</vt:lpstr>
      <vt:lpstr>TARGET PERSONAS</vt:lpstr>
      <vt:lpstr>PowerPoint 演示文稿</vt:lpstr>
      <vt:lpstr>WHY START ON CAMPUS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OUR TEAM</vt:lpstr>
      <vt:lpstr>PowerPoint 演示文稿</vt:lpstr>
    </vt:vector>
  </TitlesOfParts>
  <Company>©PPTSTORE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©PPTSTORE</dc:creator>
  <dc:description>©PPTSTORE 版权所有</dc:description>
  <cp:lastModifiedBy>HUANG, YUCHEN (UG)</cp:lastModifiedBy>
  <cp:revision>51</cp:revision>
  <dcterms:created xsi:type="dcterms:W3CDTF">2017-12-21T12:50:00Z</dcterms:created>
  <dcterms:modified xsi:type="dcterms:W3CDTF">2026-10-21T09:30:31Z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2052-10.1.0.7520</vt:lpwstr>
  </property>
</Properties>
</file>